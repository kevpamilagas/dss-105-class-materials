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26"/>
  </p:notesMasterIdLst>
  <p:handoutMasterIdLst>
    <p:handoutMasterId r:id="rId27"/>
  </p:handoutMasterIdLst>
  <p:sldIdLst>
    <p:sldId id="256" r:id="rId5"/>
    <p:sldId id="279" r:id="rId6"/>
    <p:sldId id="277" r:id="rId7"/>
    <p:sldId id="269" r:id="rId8"/>
    <p:sldId id="267" r:id="rId9"/>
    <p:sldId id="257" r:id="rId10"/>
    <p:sldId id="280" r:id="rId11"/>
    <p:sldId id="264" r:id="rId12"/>
    <p:sldId id="282" r:id="rId13"/>
    <p:sldId id="283" r:id="rId14"/>
    <p:sldId id="276" r:id="rId15"/>
    <p:sldId id="281" r:id="rId16"/>
    <p:sldId id="265" r:id="rId17"/>
    <p:sldId id="266" r:id="rId18"/>
    <p:sldId id="258" r:id="rId19"/>
    <p:sldId id="259" r:id="rId20"/>
    <p:sldId id="260" r:id="rId21"/>
    <p:sldId id="261" r:id="rId22"/>
    <p:sldId id="268" r:id="rId23"/>
    <p:sldId id="262" r:id="rId24"/>
    <p:sldId id="263" r:id="rId25"/>
  </p:sldIdLst>
  <p:sldSz cx="9144000" cy="6858000" type="screen4x3"/>
  <p:notesSz cx="7315200" cy="9601200"/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575BE6-A855-42B2-94FD-00584F87B999}" v="20" dt="2026-03-17T17:13:22.0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4" autoAdjust="0"/>
    <p:restoredTop sz="94681" autoAdjust="0"/>
  </p:normalViewPr>
  <p:slideViewPr>
    <p:cSldViewPr snapToGrid="0">
      <p:cViewPr varScale="1">
        <p:scale>
          <a:sx n="111" d="100"/>
          <a:sy n="111" d="100"/>
        </p:scale>
        <p:origin x="1596" y="96"/>
      </p:cViewPr>
      <p:guideLst/>
    </p:cSldViewPr>
  </p:slideViewPr>
  <p:outlineViewPr>
    <p:cViewPr>
      <p:scale>
        <a:sx n="33" d="100"/>
        <a:sy n="33" d="100"/>
      </p:scale>
      <p:origin x="0" y="-138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2381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gs" Target="tags/tag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Pamilagas" userId="95fbd0607220e462" providerId="LiveId" clId="{5BB3BEA8-DB17-46A8-B2F7-5EC3E1D3DA39}"/>
    <pc:docChg chg="custSel addSld modSld">
      <pc:chgData name="Kevin Pamilagas" userId="95fbd0607220e462" providerId="LiveId" clId="{5BB3BEA8-DB17-46A8-B2F7-5EC3E1D3DA39}" dt="2026-03-17T17:14:27.405" v="160" actId="20577"/>
      <pc:docMkLst>
        <pc:docMk/>
      </pc:docMkLst>
      <pc:sldChg chg="modSp mod">
        <pc:chgData name="Kevin Pamilagas" userId="95fbd0607220e462" providerId="LiveId" clId="{5BB3BEA8-DB17-46A8-B2F7-5EC3E1D3DA39}" dt="2026-03-17T17:14:27.405" v="160" actId="20577"/>
        <pc:sldMkLst>
          <pc:docMk/>
          <pc:sldMk cId="674039978" sldId="268"/>
        </pc:sldMkLst>
        <pc:spChg chg="mod">
          <ac:chgData name="Kevin Pamilagas" userId="95fbd0607220e462" providerId="LiveId" clId="{5BB3BEA8-DB17-46A8-B2F7-5EC3E1D3DA39}" dt="2026-03-17T17:14:27.405" v="160" actId="20577"/>
          <ac:spMkLst>
            <pc:docMk/>
            <pc:sldMk cId="674039978" sldId="268"/>
            <ac:spMk id="3" creationId="{00000000-0000-0000-0000-000000000000}"/>
          </ac:spMkLst>
        </pc:spChg>
      </pc:sldChg>
      <pc:sldChg chg="addSp delSp modSp mod">
        <pc:chgData name="Kevin Pamilagas" userId="95fbd0607220e462" providerId="LiveId" clId="{5BB3BEA8-DB17-46A8-B2F7-5EC3E1D3DA39}" dt="2026-03-17T17:10:36.513" v="84" actId="1076"/>
        <pc:sldMkLst>
          <pc:docMk/>
          <pc:sldMk cId="2531377879" sldId="276"/>
        </pc:sldMkLst>
        <pc:picChg chg="add del mod">
          <ac:chgData name="Kevin Pamilagas" userId="95fbd0607220e462" providerId="LiveId" clId="{5BB3BEA8-DB17-46A8-B2F7-5EC3E1D3DA39}" dt="2026-03-17T17:10:29.312" v="82" actId="478"/>
          <ac:picMkLst>
            <pc:docMk/>
            <pc:sldMk cId="2531377879" sldId="276"/>
            <ac:picMk id="2" creationId="{4DDCF379-2941-E4CE-4C96-C3ABD9C581CC}"/>
          </ac:picMkLst>
        </pc:picChg>
        <pc:picChg chg="del">
          <ac:chgData name="Kevin Pamilagas" userId="95fbd0607220e462" providerId="LiveId" clId="{5BB3BEA8-DB17-46A8-B2F7-5EC3E1D3DA39}" dt="2026-03-17T17:09:30.195" v="75" actId="478"/>
          <ac:picMkLst>
            <pc:docMk/>
            <pc:sldMk cId="2531377879" sldId="276"/>
            <ac:picMk id="3" creationId="{5F9BED00-9EE8-97B3-F1A0-63518422A6DB}"/>
          </ac:picMkLst>
        </pc:picChg>
        <pc:picChg chg="add mod">
          <ac:chgData name="Kevin Pamilagas" userId="95fbd0607220e462" providerId="LiveId" clId="{5BB3BEA8-DB17-46A8-B2F7-5EC3E1D3DA39}" dt="2026-03-17T17:10:36.513" v="84" actId="1076"/>
          <ac:picMkLst>
            <pc:docMk/>
            <pc:sldMk cId="2531377879" sldId="276"/>
            <ac:picMk id="4" creationId="{366EDCC8-CDF2-FB69-347E-2381520ADB79}"/>
          </ac:picMkLst>
        </pc:picChg>
      </pc:sldChg>
      <pc:sldChg chg="modSp mod">
        <pc:chgData name="Kevin Pamilagas" userId="95fbd0607220e462" providerId="LiveId" clId="{5BB3BEA8-DB17-46A8-B2F7-5EC3E1D3DA39}" dt="2026-03-06T17:20:18.502" v="74" actId="20577"/>
        <pc:sldMkLst>
          <pc:docMk/>
          <pc:sldMk cId="1666906562" sldId="279"/>
        </pc:sldMkLst>
        <pc:spChg chg="mod">
          <ac:chgData name="Kevin Pamilagas" userId="95fbd0607220e462" providerId="LiveId" clId="{5BB3BEA8-DB17-46A8-B2F7-5EC3E1D3DA39}" dt="2026-03-06T13:52:54.204" v="58" actId="20577"/>
          <ac:spMkLst>
            <pc:docMk/>
            <pc:sldMk cId="1666906562" sldId="279"/>
            <ac:spMk id="2" creationId="{00000000-0000-0000-0000-000000000000}"/>
          </ac:spMkLst>
        </pc:spChg>
        <pc:spChg chg="mod">
          <ac:chgData name="Kevin Pamilagas" userId="95fbd0607220e462" providerId="LiveId" clId="{5BB3BEA8-DB17-46A8-B2F7-5EC3E1D3DA39}" dt="2026-03-06T17:20:18.502" v="74" actId="20577"/>
          <ac:spMkLst>
            <pc:docMk/>
            <pc:sldMk cId="1666906562" sldId="279"/>
            <ac:spMk id="6" creationId="{00000000-0000-0000-0000-000000000000}"/>
          </ac:spMkLst>
        </pc:spChg>
      </pc:sldChg>
      <pc:sldChg chg="modSp mod">
        <pc:chgData name="Kevin Pamilagas" userId="95fbd0607220e462" providerId="LiveId" clId="{5BB3BEA8-DB17-46A8-B2F7-5EC3E1D3DA39}" dt="2026-03-17T17:13:21.186" v="140" actId="20577"/>
        <pc:sldMkLst>
          <pc:docMk/>
          <pc:sldMk cId="1690589970" sldId="280"/>
        </pc:sldMkLst>
        <pc:spChg chg="mod">
          <ac:chgData name="Kevin Pamilagas" userId="95fbd0607220e462" providerId="LiveId" clId="{5BB3BEA8-DB17-46A8-B2F7-5EC3E1D3DA39}" dt="2026-03-17T17:13:21.186" v="140" actId="20577"/>
          <ac:spMkLst>
            <pc:docMk/>
            <pc:sldMk cId="1690589970" sldId="280"/>
            <ac:spMk id="3" creationId="{00000000-0000-0000-0000-000000000000}"/>
          </ac:spMkLst>
        </pc:spChg>
      </pc:sldChg>
      <pc:sldChg chg="addSp delSp modSp mod">
        <pc:chgData name="Kevin Pamilagas" userId="95fbd0607220e462" providerId="LiveId" clId="{5BB3BEA8-DB17-46A8-B2F7-5EC3E1D3DA39}" dt="2026-03-17T17:10:46.002" v="86"/>
        <pc:sldMkLst>
          <pc:docMk/>
          <pc:sldMk cId="1757098653" sldId="281"/>
        </pc:sldMkLst>
        <pc:spChg chg="del">
          <ac:chgData name="Kevin Pamilagas" userId="95fbd0607220e462" providerId="LiveId" clId="{5BB3BEA8-DB17-46A8-B2F7-5EC3E1D3DA39}" dt="2026-03-17T17:10:01.892" v="79" actId="478"/>
          <ac:spMkLst>
            <pc:docMk/>
            <pc:sldMk cId="1757098653" sldId="281"/>
            <ac:spMk id="3" creationId="{00000000-0000-0000-0000-000000000000}"/>
          </ac:spMkLst>
        </pc:spChg>
        <pc:graphicFrameChg chg="add mod">
          <ac:chgData name="Kevin Pamilagas" userId="95fbd0607220e462" providerId="LiveId" clId="{5BB3BEA8-DB17-46A8-B2F7-5EC3E1D3DA39}" dt="2026-03-17T17:10:03.599" v="80"/>
          <ac:graphicFrameMkLst>
            <pc:docMk/>
            <pc:sldMk cId="1757098653" sldId="281"/>
            <ac:graphicFrameMk id="4" creationId="{62B82C1E-FD59-13F6-EE0E-FB0C0EADDCE1}"/>
          </ac:graphicFrameMkLst>
        </pc:graphicFrameChg>
        <pc:picChg chg="del">
          <ac:chgData name="Kevin Pamilagas" userId="95fbd0607220e462" providerId="LiveId" clId="{5BB3BEA8-DB17-46A8-B2F7-5EC3E1D3DA39}" dt="2026-03-17T17:09:48.197" v="78" actId="478"/>
          <ac:picMkLst>
            <pc:docMk/>
            <pc:sldMk cId="1757098653" sldId="281"/>
            <ac:picMk id="2" creationId="{7CAC2639-A430-756D-9695-B1D8994D6E72}"/>
          </ac:picMkLst>
        </pc:picChg>
        <pc:picChg chg="add del">
          <ac:chgData name="Kevin Pamilagas" userId="95fbd0607220e462" providerId="LiveId" clId="{5BB3BEA8-DB17-46A8-B2F7-5EC3E1D3DA39}" dt="2026-03-17T17:10:43.641" v="85" actId="478"/>
          <ac:picMkLst>
            <pc:docMk/>
            <pc:sldMk cId="1757098653" sldId="281"/>
            <ac:picMk id="5" creationId="{10882B89-34D8-3B1D-929D-63ED9F86589E}"/>
          </ac:picMkLst>
        </pc:picChg>
        <pc:picChg chg="add">
          <ac:chgData name="Kevin Pamilagas" userId="95fbd0607220e462" providerId="LiveId" clId="{5BB3BEA8-DB17-46A8-B2F7-5EC3E1D3DA39}" dt="2026-03-17T17:10:46.002" v="86"/>
          <ac:picMkLst>
            <pc:docMk/>
            <pc:sldMk cId="1757098653" sldId="281"/>
            <ac:picMk id="6" creationId="{40A90E59-D996-3D4D-D33C-3C680C687C59}"/>
          </ac:picMkLst>
        </pc:picChg>
      </pc:sldChg>
      <pc:sldChg chg="addSp delSp modSp mod">
        <pc:chgData name="Kevin Pamilagas" userId="95fbd0607220e462" providerId="LiveId" clId="{5BB3BEA8-DB17-46A8-B2F7-5EC3E1D3DA39}" dt="2026-03-17T17:12:57.362" v="131" actId="21"/>
        <pc:sldMkLst>
          <pc:docMk/>
          <pc:sldMk cId="2140730942" sldId="282"/>
        </pc:sldMkLst>
        <pc:graphicFrameChg chg="add mod">
          <ac:chgData name="Kevin Pamilagas" userId="95fbd0607220e462" providerId="LiveId" clId="{5BB3BEA8-DB17-46A8-B2F7-5EC3E1D3DA39}" dt="2026-03-17T17:11:39.601" v="91"/>
          <ac:graphicFrameMkLst>
            <pc:docMk/>
            <pc:sldMk cId="2140730942" sldId="282"/>
            <ac:graphicFrameMk id="4" creationId="{602DA6AB-D803-86E5-706A-AEF84227A52D}"/>
          </ac:graphicFrameMkLst>
        </pc:graphicFrameChg>
        <pc:graphicFrameChg chg="add mod">
          <ac:chgData name="Kevin Pamilagas" userId="95fbd0607220e462" providerId="LiveId" clId="{5BB3BEA8-DB17-46A8-B2F7-5EC3E1D3DA39}" dt="2026-03-17T17:12:23.007" v="97"/>
          <ac:graphicFrameMkLst>
            <pc:docMk/>
            <pc:sldMk cId="2140730942" sldId="282"/>
            <ac:graphicFrameMk id="6" creationId="{C34CB826-2F6B-BBD4-5D99-74FB67A5AE52}"/>
          </ac:graphicFrameMkLst>
        </pc:graphicFrameChg>
        <pc:picChg chg="del">
          <ac:chgData name="Kevin Pamilagas" userId="95fbd0607220e462" providerId="LiveId" clId="{5BB3BEA8-DB17-46A8-B2F7-5EC3E1D3DA39}" dt="2026-03-17T17:11:19.917" v="87" actId="478"/>
          <ac:picMkLst>
            <pc:docMk/>
            <pc:sldMk cId="2140730942" sldId="282"/>
            <ac:picMk id="2" creationId="{D6FC8C0B-8B96-89E3-9A15-141AA5726EC7}"/>
          </ac:picMkLst>
        </pc:picChg>
        <pc:picChg chg="add del">
          <ac:chgData name="Kevin Pamilagas" userId="95fbd0607220e462" providerId="LiveId" clId="{5BB3BEA8-DB17-46A8-B2F7-5EC3E1D3DA39}" dt="2026-03-17T17:11:31.633" v="90" actId="478"/>
          <ac:picMkLst>
            <pc:docMk/>
            <pc:sldMk cId="2140730942" sldId="282"/>
            <ac:picMk id="3" creationId="{9E4E3F54-34A5-C75E-85DB-80496469F964}"/>
          </ac:picMkLst>
        </pc:picChg>
        <pc:picChg chg="add mod">
          <ac:chgData name="Kevin Pamilagas" userId="95fbd0607220e462" providerId="LiveId" clId="{5BB3BEA8-DB17-46A8-B2F7-5EC3E1D3DA39}" dt="2026-03-17T17:11:52.400" v="94" actId="1076"/>
          <ac:picMkLst>
            <pc:docMk/>
            <pc:sldMk cId="2140730942" sldId="282"/>
            <ac:picMk id="5" creationId="{C189F0C7-740B-2DAF-BA9A-C62F38A44D75}"/>
          </ac:picMkLst>
        </pc:picChg>
        <pc:picChg chg="add del mod">
          <ac:chgData name="Kevin Pamilagas" userId="95fbd0607220e462" providerId="LiveId" clId="{5BB3BEA8-DB17-46A8-B2F7-5EC3E1D3DA39}" dt="2026-03-17T17:12:57.362" v="131" actId="21"/>
          <ac:picMkLst>
            <pc:docMk/>
            <pc:sldMk cId="2140730942" sldId="282"/>
            <ac:picMk id="7" creationId="{239C21E0-2056-BDD4-1BBD-CCD72364D862}"/>
          </ac:picMkLst>
        </pc:picChg>
      </pc:sldChg>
      <pc:sldChg chg="addSp delSp modSp add mod">
        <pc:chgData name="Kevin Pamilagas" userId="95fbd0607220e462" providerId="LiveId" clId="{5BB3BEA8-DB17-46A8-B2F7-5EC3E1D3DA39}" dt="2026-03-17T17:13:04.879" v="134" actId="1076"/>
        <pc:sldMkLst>
          <pc:docMk/>
          <pc:sldMk cId="1223413549" sldId="283"/>
        </pc:sldMkLst>
        <pc:picChg chg="add del">
          <ac:chgData name="Kevin Pamilagas" userId="95fbd0607220e462" providerId="LiveId" clId="{5BB3BEA8-DB17-46A8-B2F7-5EC3E1D3DA39}" dt="2026-03-17T17:13:00.197" v="132" actId="478"/>
          <ac:picMkLst>
            <pc:docMk/>
            <pc:sldMk cId="1223413549" sldId="283"/>
            <ac:picMk id="2" creationId="{E52BCA28-6BB7-7CEB-02AE-14AC3BDE1362}"/>
          </ac:picMkLst>
        </pc:picChg>
        <pc:picChg chg="del">
          <ac:chgData name="Kevin Pamilagas" userId="95fbd0607220e462" providerId="LiveId" clId="{5BB3BEA8-DB17-46A8-B2F7-5EC3E1D3DA39}" dt="2026-03-17T17:11:55.698" v="95" actId="478"/>
          <ac:picMkLst>
            <pc:docMk/>
            <pc:sldMk cId="1223413549" sldId="283"/>
            <ac:picMk id="3" creationId="{8ACF7045-70FA-4289-F3CE-17D2409BCCBA}"/>
          </ac:picMkLst>
        </pc:picChg>
        <pc:picChg chg="add mod">
          <ac:chgData name="Kevin Pamilagas" userId="95fbd0607220e462" providerId="LiveId" clId="{5BB3BEA8-DB17-46A8-B2F7-5EC3E1D3DA39}" dt="2026-03-17T17:13:04.879" v="134" actId="1076"/>
          <ac:picMkLst>
            <pc:docMk/>
            <pc:sldMk cId="1223413549" sldId="283"/>
            <ac:picMk id="7" creationId="{239C21E0-2056-BDD4-1BBD-CCD72364D862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77433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53" tIns="48327" rIns="96653" bIns="48327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53" tIns="48327" rIns="96653" bIns="48327" rtlCol="0"/>
          <a:lstStyle>
            <a:lvl1pPr algn="r">
              <a:defRPr sz="1200"/>
            </a:lvl1pPr>
          </a:lstStyle>
          <a:p>
            <a:fld id="{45339156-D567-496F-8C1B-A0D27A63BC1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70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53" tIns="48327" rIns="96653" bIns="48327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53" tIns="48327" rIns="96653" bIns="48327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5"/>
            <a:ext cx="3169920" cy="481726"/>
          </a:xfrm>
          <a:prstGeom prst="rect">
            <a:avLst/>
          </a:prstGeom>
        </p:spPr>
        <p:txBody>
          <a:bodyPr vert="horz" lIns="96653" tIns="48327" rIns="96653" bIns="48327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5"/>
            <a:ext cx="3169920" cy="481726"/>
          </a:xfrm>
          <a:prstGeom prst="rect">
            <a:avLst/>
          </a:prstGeom>
        </p:spPr>
        <p:txBody>
          <a:bodyPr vert="horz" lIns="96653" tIns="48327" rIns="96653" bIns="48327" rtlCol="0" anchor="b"/>
          <a:lstStyle>
            <a:lvl1pPr algn="r">
              <a:defRPr sz="1200"/>
            </a:lvl1pPr>
          </a:lstStyle>
          <a:p>
            <a:fld id="{0EF240FC-2CF2-4EB1-8271-F3765CBA09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074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95570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EF240FC-2CF2-4EB1-8271-F3765CBA090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8985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7821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215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3090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4947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4186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8175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6524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240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282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5997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9755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03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0449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0874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F240FC-2CF2-4EB1-8271-F3765CBA090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926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233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157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999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057400"/>
            <a:ext cx="4038600" cy="4068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2057400"/>
            <a:ext cx="4038600" cy="4068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405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027238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666999"/>
            <a:ext cx="4040188" cy="34591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2027238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666999"/>
            <a:ext cx="4041775" cy="34591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94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99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768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914400"/>
            <a:ext cx="5111750" cy="52117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949119"/>
            <a:ext cx="3008313" cy="417704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64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38199"/>
            <a:ext cx="5486400" cy="38893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69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250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838200"/>
            <a:ext cx="2057400" cy="52879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838200"/>
            <a:ext cx="6019800" cy="52879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796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10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20" Type="http://schemas.openxmlformats.org/officeDocument/2006/relationships/tags" Target="../tags/tag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8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 Same Side Corner Rectangle 7"/>
          <p:cNvSpPr/>
          <p:nvPr>
            <p:custDataLst>
              <p:tags r:id="rId13"/>
            </p:custDataLst>
          </p:nvPr>
        </p:nvSpPr>
        <p:spPr>
          <a:xfrm>
            <a:off x="0" y="0"/>
            <a:ext cx="9144000" cy="6858000"/>
          </a:xfrm>
          <a:prstGeom prst="round2SameRect">
            <a:avLst>
              <a:gd name="adj1" fmla="val 4792"/>
              <a:gd name="adj2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  <a:scene3d>
            <a:camera prst="orthographicFront"/>
            <a:lightRig rig="threePt" dir="t"/>
          </a:scene3d>
          <a:sp3d>
            <a:bevelT w="50800" h="50800" prst="coolSlan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7" name="Rectangle 6"/>
          <p:cNvSpPr/>
          <p:nvPr>
            <p:custDataLst>
              <p:tags r:id="rId14"/>
            </p:custDataLst>
          </p:nvPr>
        </p:nvSpPr>
        <p:spPr>
          <a:xfrm>
            <a:off x="76200" y="609600"/>
            <a:ext cx="8991600" cy="6172200"/>
          </a:xfrm>
          <a:prstGeom prst="rect">
            <a:avLst/>
          </a:prstGeom>
          <a:solidFill>
            <a:schemeClr val="bg1"/>
          </a:solidFill>
          <a:ln w="12700" cap="flat">
            <a:solidFill>
              <a:schemeClr val="tx1">
                <a:lumMod val="50000"/>
                <a:lumOff val="50000"/>
              </a:schemeClr>
            </a:solidFill>
          </a:ln>
          <a:effectLst/>
          <a:scene3d>
            <a:camera prst="orthographicFront"/>
            <a:lightRig rig="threePt" dir="t"/>
          </a:scene3d>
          <a:sp3d extrusionH="63500" contourW="12700">
            <a:bevelT w="25400" h="25400" prst="relaxedInset"/>
            <a:extrusionClr>
              <a:schemeClr val="tx1"/>
            </a:extrusionClr>
            <a:contourClr>
              <a:schemeClr val="tx1">
                <a:lumMod val="50000"/>
                <a:lumOff val="50000"/>
              </a:schemeClr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0" u="none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9" name="Picture 7" descr="LS Logo (New - Transparent)"/>
          <p:cNvPicPr>
            <a:picLocks noChangeAspect="1" noChangeArrowheads="1"/>
          </p:cNvPicPr>
          <p:nvPr>
            <p:custDataLst>
              <p:tags r:id="rId15"/>
            </p:custDataLst>
          </p:nvPr>
        </p:nvPicPr>
        <p:blipFill>
          <a:blip r:embed="rId22" cstate="print"/>
          <a:srcRect/>
          <a:stretch>
            <a:fillRect/>
          </a:stretch>
        </p:blipFill>
        <p:spPr bwMode="auto">
          <a:xfrm>
            <a:off x="180696" y="146843"/>
            <a:ext cx="378898" cy="327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/>
          <p:cNvSpPr txBox="1"/>
          <p:nvPr>
            <p:custDataLst>
              <p:tags r:id="rId16"/>
            </p:custDataLst>
          </p:nvPr>
        </p:nvSpPr>
        <p:spPr>
          <a:xfrm>
            <a:off x="685800" y="94911"/>
            <a:ext cx="6781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baseline="0" dirty="0">
                <a:solidFill>
                  <a:schemeClr val="bg1"/>
                </a:solidFill>
                <a:effectLst>
                  <a:outerShdw blurRad="38100" dist="76200" dir="2700000" algn="tl" rotWithShape="0">
                    <a:prstClr val="black">
                      <a:alpha val="80000"/>
                    </a:prst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Course Introduction and Admin</a:t>
            </a:r>
            <a:endParaRPr lang="en-US" sz="2000" b="1" dirty="0">
              <a:solidFill>
                <a:schemeClr val="bg1"/>
              </a:solidFill>
              <a:effectLst>
                <a:outerShdw blurRad="38100" dist="76200" dir="2700000" algn="tl" rotWithShape="0">
                  <a:prstClr val="black">
                    <a:alpha val="80000"/>
                  </a:prst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76200" y="609600"/>
            <a:ext cx="8991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8"/>
            </p:custDataLst>
          </p:nvPr>
        </p:nvSpPr>
        <p:spPr>
          <a:xfrm>
            <a:off x="457200" y="2133600"/>
            <a:ext cx="8229600" cy="3992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9"/>
            </p:custDataLst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DE5CB39B-8E5F-485E-A282-592B276E07F9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20"/>
            </p:custDataLst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21"/>
            </p:custDataLst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B6FECFF9-91C9-4C11-A59B-37646CB45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066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2400" b="1" i="0" u="none" kern="1200" spc="3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b="0" i="0" u="none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Christopher.Swartz.5.ctr@us.af.mi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Kevin.Pamilagas.3.ctr@us.af.mi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Christopher.Swartz.6@us.af.mil" TargetMode="External"/><Relationship Id="rId7" Type="http://schemas.openxmlformats.org/officeDocument/2006/relationships/hyperlink" Target="mailto:stacie.taylor.1@us.af.mi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Brett.Holland.2.ctr@us.af.mil" TargetMode="External"/><Relationship Id="rId5" Type="http://schemas.openxmlformats.org/officeDocument/2006/relationships/hyperlink" Target="mailto:Rhea.Hanks.2.ctr@us.af.mil" TargetMode="External"/><Relationship Id="rId4" Type="http://schemas.openxmlformats.org/officeDocument/2006/relationships/hyperlink" Target="mailto:Kevin.Pamilagas.3.ctr@us.af.mi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itches.mil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78484"/>
            <a:ext cx="7772400" cy="1470025"/>
          </a:xfrm>
        </p:spPr>
        <p:txBody>
          <a:bodyPr/>
          <a:lstStyle/>
          <a:p>
            <a:r>
              <a:rPr lang="en-US" dirty="0"/>
              <a:t>Course Introduction and Admin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30584" y="3346022"/>
            <a:ext cx="7282832" cy="1752600"/>
          </a:xfrm>
        </p:spPr>
        <p:txBody>
          <a:bodyPr/>
          <a:lstStyle/>
          <a:p>
            <a:r>
              <a:rPr lang="en-US" dirty="0"/>
              <a:t>DSS 105</a:t>
            </a:r>
          </a:p>
          <a:p>
            <a:r>
              <a:rPr lang="en-US" dirty="0"/>
              <a:t>Foundations of Python Programming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77897"/>
            <a:ext cx="1254197" cy="11636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97" y="5369866"/>
            <a:ext cx="1161819" cy="1281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3424" y="5396135"/>
            <a:ext cx="6027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3">
                    <a:lumMod val="50000"/>
                  </a:schemeClr>
                </a:solidFill>
              </a:rPr>
              <a:t>Start:  0900 EST</a:t>
            </a:r>
          </a:p>
        </p:txBody>
      </p:sp>
    </p:spTree>
    <p:extLst>
      <p:ext uri="{BB962C8B-B14F-4D97-AF65-F5344CB8AC3E}">
        <p14:creationId xmlns:p14="http://schemas.microsoft.com/office/powerpoint/2010/main" val="120062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78484"/>
            <a:ext cx="7772400" cy="1470025"/>
          </a:xfrm>
        </p:spPr>
        <p:txBody>
          <a:bodyPr/>
          <a:lstStyle/>
          <a:p>
            <a:r>
              <a:rPr lang="en-US" dirty="0"/>
              <a:t>Day 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044" y="3252298"/>
            <a:ext cx="7282832" cy="1752600"/>
          </a:xfrm>
        </p:spPr>
        <p:txBody>
          <a:bodyPr/>
          <a:lstStyle/>
          <a:p>
            <a:r>
              <a:rPr lang="en-US" dirty="0"/>
              <a:t>DSS 105</a:t>
            </a:r>
          </a:p>
          <a:p>
            <a:r>
              <a:rPr lang="en-US" dirty="0"/>
              <a:t>Foundations of Python Programming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69866"/>
            <a:ext cx="1254197" cy="11797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97" y="5369866"/>
            <a:ext cx="1161819" cy="1281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7993" y="5509856"/>
            <a:ext cx="6027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  RESUME: 1230</a:t>
            </a:r>
            <a:r>
              <a:rPr lang="en-US" sz="36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EST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77897"/>
            <a:ext cx="1254197" cy="116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906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78484"/>
            <a:ext cx="7772400" cy="1470025"/>
          </a:xfrm>
        </p:spPr>
        <p:txBody>
          <a:bodyPr/>
          <a:lstStyle/>
          <a:p>
            <a:r>
              <a:rPr lang="en-US" dirty="0"/>
              <a:t>Day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51849" y="3314124"/>
            <a:ext cx="7282832" cy="1752600"/>
          </a:xfrm>
        </p:spPr>
        <p:txBody>
          <a:bodyPr/>
          <a:lstStyle/>
          <a:p>
            <a:r>
              <a:rPr lang="en-US" dirty="0"/>
              <a:t>DSS 101/102</a:t>
            </a:r>
          </a:p>
          <a:p>
            <a:r>
              <a:rPr lang="en-US" dirty="0"/>
              <a:t>Foundations in Python Programming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77897"/>
            <a:ext cx="1254197" cy="116366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97" y="5369866"/>
            <a:ext cx="1161819" cy="1281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3424" y="5396135"/>
            <a:ext cx="602742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accent3">
                    <a:lumMod val="50000"/>
                  </a:schemeClr>
                </a:solidFill>
              </a:rPr>
              <a:t>Resume:  1210 EST</a:t>
            </a:r>
          </a:p>
        </p:txBody>
      </p:sp>
    </p:spTree>
    <p:extLst>
      <p:ext uri="{BB962C8B-B14F-4D97-AF65-F5344CB8AC3E}">
        <p14:creationId xmlns:p14="http://schemas.microsoft.com/office/powerpoint/2010/main" val="1408415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78484"/>
            <a:ext cx="7772400" cy="1470025"/>
          </a:xfrm>
        </p:spPr>
        <p:txBody>
          <a:bodyPr/>
          <a:lstStyle/>
          <a:p>
            <a:r>
              <a:rPr lang="en-US" dirty="0"/>
              <a:t>Day 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044" y="3252298"/>
            <a:ext cx="7282832" cy="1752600"/>
          </a:xfrm>
        </p:spPr>
        <p:txBody>
          <a:bodyPr/>
          <a:lstStyle/>
          <a:p>
            <a:r>
              <a:rPr lang="en-US" dirty="0"/>
              <a:t>DSS 101/102</a:t>
            </a:r>
          </a:p>
          <a:p>
            <a:r>
              <a:rPr lang="en-US" dirty="0"/>
              <a:t>Foundations in Python Programming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69866"/>
            <a:ext cx="1254197" cy="11797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97" y="5369866"/>
            <a:ext cx="1161819" cy="1281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7993" y="5509856"/>
            <a:ext cx="6027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3">
                    <a:lumMod val="50000"/>
                  </a:schemeClr>
                </a:solidFill>
              </a:rPr>
              <a:t>        Resume</a:t>
            </a:r>
            <a:r>
              <a:rPr lang="en-US" sz="3600" b="1">
                <a:solidFill>
                  <a:schemeClr val="accent3">
                    <a:lumMod val="50000"/>
                  </a:schemeClr>
                </a:solidFill>
              </a:rPr>
              <a:t>: 1310 </a:t>
            </a:r>
            <a:r>
              <a:rPr lang="en-US" sz="3600" b="1" dirty="0">
                <a:solidFill>
                  <a:schemeClr val="accent3">
                    <a:lumMod val="50000"/>
                  </a:schemeClr>
                </a:solidFill>
              </a:rPr>
              <a:t>EST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659" y="5377897"/>
            <a:ext cx="1254197" cy="116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53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133600"/>
            <a:ext cx="8355496" cy="3992563"/>
          </a:xfrm>
        </p:spPr>
        <p:txBody>
          <a:bodyPr>
            <a:normAutofit/>
          </a:bodyPr>
          <a:lstStyle/>
          <a:p>
            <a:r>
              <a:rPr lang="en-US" dirty="0"/>
              <a:t>Instructor Welcome/Introduction</a:t>
            </a:r>
          </a:p>
          <a:p>
            <a:r>
              <a:rPr lang="en-US" dirty="0"/>
              <a:t>Course Schedule</a:t>
            </a:r>
          </a:p>
          <a:p>
            <a:r>
              <a:rPr lang="en-US" dirty="0"/>
              <a:t>Classroom Admin Rules</a:t>
            </a:r>
          </a:p>
          <a:p>
            <a:r>
              <a:rPr lang="en-US" dirty="0"/>
              <a:t>Live Course via Classroom</a:t>
            </a:r>
          </a:p>
          <a:p>
            <a:r>
              <a:rPr lang="en-US" dirty="0"/>
              <a:t>Introductions and Expectations</a:t>
            </a:r>
          </a:p>
        </p:txBody>
      </p:sp>
    </p:spTree>
    <p:extLst>
      <p:ext uri="{BB962C8B-B14F-4D97-AF65-F5344CB8AC3E}">
        <p14:creationId xmlns:p14="http://schemas.microsoft.com/office/powerpoint/2010/main" val="3972490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Instructor Welcome/Introduction</a:t>
            </a:r>
          </a:p>
          <a:p>
            <a:r>
              <a:rPr lang="en-US" dirty="0"/>
              <a:t>Course Schedule</a:t>
            </a:r>
          </a:p>
          <a:p>
            <a:r>
              <a:rPr lang="en-US" dirty="0"/>
              <a:t>Non-attribution</a:t>
            </a:r>
          </a:p>
          <a:p>
            <a:r>
              <a:rPr lang="en-US" dirty="0"/>
              <a:t>Academic Integrity</a:t>
            </a:r>
          </a:p>
          <a:p>
            <a:r>
              <a:rPr lang="en-US" dirty="0"/>
              <a:t>Cell Phones</a:t>
            </a:r>
          </a:p>
          <a:p>
            <a:r>
              <a:rPr lang="en-US" dirty="0"/>
              <a:t>Facilities</a:t>
            </a:r>
          </a:p>
          <a:p>
            <a:r>
              <a:rPr lang="en-US" dirty="0"/>
              <a:t>Expectations</a:t>
            </a:r>
          </a:p>
        </p:txBody>
      </p:sp>
    </p:spTree>
    <p:extLst>
      <p:ext uri="{BB962C8B-B14F-4D97-AF65-F5344CB8AC3E}">
        <p14:creationId xmlns:p14="http://schemas.microsoft.com/office/powerpoint/2010/main" val="3906037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Verdana"/>
                <a:ea typeface="Verdana"/>
              </a:rPr>
              <a:t>Mr. Christopher Swartz</a:t>
            </a:r>
          </a:p>
          <a:p>
            <a:pPr lvl="1"/>
            <a:r>
              <a:rPr lang="en-US" sz="2000" dirty="0">
                <a:latin typeface="Verdana"/>
                <a:ea typeface="Verdana"/>
                <a:hlinkClick r:id="rId3"/>
              </a:rPr>
              <a:t>Christopher.Swartz.5.ctr@us.af.mil</a:t>
            </a:r>
            <a:r>
              <a:rPr lang="en-US" sz="2000" dirty="0">
                <a:latin typeface="Verdana"/>
                <a:ea typeface="Verdana"/>
              </a:rPr>
              <a:t> </a:t>
            </a:r>
            <a:br>
              <a:rPr lang="en-US" sz="2000" dirty="0">
                <a:latin typeface="Verdana"/>
                <a:ea typeface="Verdana"/>
              </a:rPr>
            </a:br>
            <a:endParaRPr lang="en-US" sz="2000" dirty="0">
              <a:latin typeface="Verdana"/>
              <a:ea typeface="Verdana"/>
            </a:endParaRPr>
          </a:p>
          <a:p>
            <a:r>
              <a:rPr lang="en-US" sz="2400" dirty="0">
                <a:latin typeface="Verdana"/>
                <a:ea typeface="Verdana"/>
              </a:rPr>
              <a:t>Mr. Kevin </a:t>
            </a:r>
            <a:r>
              <a:rPr lang="en-US" sz="2400" dirty="0" err="1">
                <a:latin typeface="Verdana"/>
                <a:ea typeface="Verdana"/>
              </a:rPr>
              <a:t>Pamilagas</a:t>
            </a:r>
            <a:endParaRPr lang="en-US" sz="2400" dirty="0"/>
          </a:p>
          <a:p>
            <a:pPr lvl="1"/>
            <a:r>
              <a:rPr lang="en-US" sz="2000" dirty="0">
                <a:hlinkClick r:id="rId4"/>
              </a:rPr>
              <a:t>Kevin.Pamilagas.3.ctr@us.af.mil</a:t>
            </a:r>
            <a:endParaRPr lang="en-US" sz="2000" dirty="0"/>
          </a:p>
          <a:p>
            <a:pPr lvl="1"/>
            <a:r>
              <a:rPr lang="en-US" sz="2000" dirty="0"/>
              <a:t>(760) 695-2771</a:t>
            </a:r>
          </a:p>
          <a:p>
            <a:pPr lvl="1"/>
            <a:endParaRPr lang="en-US" sz="20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90589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sz="2400" dirty="0"/>
              <a:t>Mr. Christopher Swartz</a:t>
            </a:r>
          </a:p>
          <a:p>
            <a:pPr lvl="1"/>
            <a:r>
              <a:rPr lang="en-US" sz="2000" dirty="0">
                <a:hlinkClick r:id="rId3"/>
              </a:rPr>
              <a:t>Christopher.Swartz.6@us.af.mil</a:t>
            </a:r>
            <a:endParaRPr lang="en-US" sz="2000" dirty="0"/>
          </a:p>
          <a:p>
            <a:pPr lvl="1"/>
            <a:r>
              <a:rPr lang="en-US" sz="2000" dirty="0"/>
              <a:t>(740) 396-0163</a:t>
            </a:r>
          </a:p>
          <a:p>
            <a:pPr lvl="1"/>
            <a:endParaRPr lang="en-US" sz="2000" dirty="0"/>
          </a:p>
          <a:p>
            <a:r>
              <a:rPr lang="en-US" sz="2400" dirty="0"/>
              <a:t>Mr. Kevin </a:t>
            </a:r>
            <a:r>
              <a:rPr lang="en-US" sz="2400" dirty="0" err="1"/>
              <a:t>Pamilagas</a:t>
            </a:r>
            <a:endParaRPr lang="en-US" sz="2400" dirty="0"/>
          </a:p>
          <a:p>
            <a:pPr lvl="1"/>
            <a:r>
              <a:rPr lang="en-US" sz="2000" dirty="0">
                <a:hlinkClick r:id="rId4"/>
              </a:rPr>
              <a:t>Kevin.Pamilagas.3.ctr@us.af.mil</a:t>
            </a:r>
            <a:endParaRPr lang="en-US" sz="2000" dirty="0"/>
          </a:p>
          <a:p>
            <a:pPr lvl="1"/>
            <a:r>
              <a:rPr lang="en-US" sz="2000" dirty="0"/>
              <a:t>(760) 695-2771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Ms. Rhea Hanks</a:t>
            </a:r>
          </a:p>
          <a:p>
            <a:pPr lvl="1"/>
            <a:r>
              <a:rPr lang="en-US" sz="2000" dirty="0">
                <a:hlinkClick r:id="rId5"/>
              </a:rPr>
              <a:t>Rhea.Hanks.2.ctr@us.af.mil</a:t>
            </a:r>
            <a:endParaRPr lang="en-US" sz="2000" dirty="0"/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Mr. Brett Holland</a:t>
            </a:r>
          </a:p>
          <a:p>
            <a:pPr lvl="1"/>
            <a:r>
              <a:rPr lang="en-US" sz="2000" dirty="0">
                <a:hlinkClick r:id="rId6"/>
              </a:rPr>
              <a:t>Brett.Holland.2.ctr@us.af.mil</a:t>
            </a:r>
            <a:endParaRPr lang="en-US" sz="2000" dirty="0"/>
          </a:p>
          <a:p>
            <a:pPr lvl="1"/>
            <a:endParaRPr lang="en-US" sz="2000" dirty="0"/>
          </a:p>
          <a:p>
            <a:r>
              <a:rPr lang="en-US" sz="2400" dirty="0"/>
              <a:t>Ms. Stacie Taylor</a:t>
            </a:r>
          </a:p>
          <a:p>
            <a:pPr lvl="1"/>
            <a:r>
              <a:rPr lang="en-US" sz="2000" dirty="0">
                <a:hlinkClick r:id="rId7"/>
              </a:rPr>
              <a:t>stacie.taylor.1@us.af.mil</a:t>
            </a:r>
            <a:endParaRPr lang="en-US" sz="2000" dirty="0"/>
          </a:p>
          <a:p>
            <a:pPr lvl="1"/>
            <a:endParaRPr lang="en-US" sz="2400" dirty="0"/>
          </a:p>
          <a:p>
            <a:pPr marL="457200" lvl="1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9517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0F18D4-8F54-E735-E511-1A3EC4137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89F0C7-740B-2DAF-BA9A-C62F38A44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037" y="707366"/>
            <a:ext cx="6053926" cy="601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730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40F1271-D728-A036-086C-DE20B043E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39C21E0-2056-BDD4-1BBD-CCD72364D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037" y="1836603"/>
            <a:ext cx="6053925" cy="318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13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6EDCC8-CDF2-FB69-347E-2381520AD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684721"/>
            <a:ext cx="695960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377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A90E59-D996-3D4D-D33C-3C680C687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1206500"/>
            <a:ext cx="69596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098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Schedule/Critiques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Handouts with Schedule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Survey and Certificate after Graduation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Daily Video recordings of presentations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668074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Freedom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 may express your opinions concerning current or proposed policies, regulations and procedures openly, honestly, and professionally</a:t>
            </a:r>
          </a:p>
          <a:p>
            <a:r>
              <a:rPr lang="en-US" sz="2400" dirty="0"/>
              <a:t>You may not attack the character, personality or other personal attributes of any individual</a:t>
            </a:r>
          </a:p>
          <a:p>
            <a:r>
              <a:rPr lang="en-US" sz="2400" dirty="0"/>
              <a:t>Academic freedom must be tempered by good judgment to refrain from making offensive remarks, unfounded opinions, or irresponsible statements.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62582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Non-attribution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What you say in class will not be attributed to you if and when your thoughts or ideas are repeated outside of class</a:t>
            </a:r>
          </a:p>
          <a:p>
            <a:r>
              <a:rPr lang="en-US" sz="2400" dirty="0"/>
              <a:t>All guest speakers, students, and permanent-party personnel are prohibited from divulging the identity of any particular speaker, whether a guest speaker, faculty member, or student, for the purpose of attributing to that speaker any specific remarks or statements, including but not limited to offensive remarks and irresponsible statements.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631315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Integrity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 tests, assignments, or grades in this class</a:t>
            </a:r>
          </a:p>
        </p:txBody>
      </p:sp>
    </p:spTree>
    <p:extLst>
      <p:ext uri="{BB962C8B-B14F-4D97-AF65-F5344CB8AC3E}">
        <p14:creationId xmlns:p14="http://schemas.microsoft.com/office/powerpoint/2010/main" val="242003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 Phones/Email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 know the drill</a:t>
            </a:r>
          </a:p>
          <a:p>
            <a:r>
              <a:rPr lang="en-US" sz="2400" dirty="0"/>
              <a:t>Step out if you need to take a call</a:t>
            </a:r>
          </a:p>
        </p:txBody>
      </p:sp>
    </p:spTree>
    <p:extLst>
      <p:ext uri="{BB962C8B-B14F-4D97-AF65-F5344CB8AC3E}">
        <p14:creationId xmlns:p14="http://schemas.microsoft.com/office/powerpoint/2010/main" val="29923138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Break Room / Vending</a:t>
            </a:r>
          </a:p>
          <a:p>
            <a:r>
              <a:rPr lang="en-US" sz="2400" dirty="0"/>
              <a:t>Rest Rooms</a:t>
            </a:r>
          </a:p>
          <a:p>
            <a:r>
              <a:rPr lang="en-US" sz="2400" dirty="0"/>
              <a:t>In case of emergency</a:t>
            </a:r>
          </a:p>
        </p:txBody>
      </p:sp>
    </p:spTree>
    <p:extLst>
      <p:ext uri="{BB962C8B-B14F-4D97-AF65-F5344CB8AC3E}">
        <p14:creationId xmlns:p14="http://schemas.microsoft.com/office/powerpoint/2010/main" val="7661705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Course via Classroom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9120" y="1615440"/>
            <a:ext cx="8229600" cy="5448300"/>
          </a:xfrm>
        </p:spPr>
        <p:txBody>
          <a:bodyPr>
            <a:normAutofit/>
          </a:bodyPr>
          <a:lstStyle/>
          <a:p>
            <a:r>
              <a:rPr lang="en-US" sz="2400" dirty="0"/>
              <a:t>Access to a Python-enabled IDE</a:t>
            </a:r>
          </a:p>
          <a:p>
            <a:pPr lvl="1"/>
            <a:r>
              <a:rPr lang="en-US" sz="2000" dirty="0"/>
              <a:t>Recommended Stitches or Anaconda Cloud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Recommended Setup – 2 screens</a:t>
            </a:r>
          </a:p>
          <a:p>
            <a:pPr lvl="1"/>
            <a:r>
              <a:rPr lang="en-US" sz="2000" dirty="0"/>
              <a:t>One dedicated to video and presentations</a:t>
            </a:r>
          </a:p>
          <a:p>
            <a:pPr lvl="1"/>
            <a:r>
              <a:rPr lang="en-US" sz="2000" dirty="0"/>
              <a:t>Second for independent work on course files</a:t>
            </a:r>
          </a:p>
          <a:p>
            <a:pPr lvl="1"/>
            <a:endParaRPr lang="en-US" sz="2000" dirty="0"/>
          </a:p>
          <a:p>
            <a:r>
              <a:rPr lang="en-US" sz="2400" dirty="0"/>
              <a:t>For Python file/data manipulation – computer mouse vice laptop touch pads or touch screens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Internet Connectivity</a:t>
            </a:r>
          </a:p>
          <a:p>
            <a:pPr lvl="1"/>
            <a:r>
              <a:rPr lang="en-US" sz="2000" dirty="0"/>
              <a:t>NIPR or VPN required to access </a:t>
            </a:r>
            <a:r>
              <a:rPr lang="en-US" sz="1400" dirty="0">
                <a:hlinkClick r:id="rId3"/>
              </a:rPr>
              <a:t>STITCHES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74039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 and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Name</a:t>
            </a:r>
          </a:p>
          <a:p>
            <a:r>
              <a:rPr lang="en-US" sz="2400" dirty="0"/>
              <a:t>Current Position</a:t>
            </a:r>
          </a:p>
          <a:p>
            <a:r>
              <a:rPr lang="en-US" sz="2400" dirty="0"/>
              <a:t>What do you hope to get out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657998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6610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10"/>
  <p:tag name="MMPROD_UIDATA" val="&lt;database version=&quot;9.0&quot;&gt;&lt;object type=&quot;1&quot; unique_id=&quot;10001&quot;&gt;&lt;object type=&quot;8&quot; unique_id=&quot;57059&quot;&gt;&lt;/object&gt;&lt;object type=&quot;2&quot; unique_id=&quot;57060&quot;&gt;&lt;object type=&quot;3&quot; unique_id=&quot;57061&quot;&gt;&lt;property id=&quot;20148&quot; value=&quot;5&quot;/&gt;&lt;property id=&quot;20300&quot; value=&quot;Slide 1 - &amp;quot;Course Introduction and Admin&amp;quot;&quot;/&gt;&lt;property id=&quot;20307&quot; value=&quot;256&quot;/&gt;&lt;/object&gt;&lt;object type=&quot;3&quot; unique_id=&quot;57107&quot;&gt;&lt;property id=&quot;20148&quot; value=&quot;5&quot;/&gt;&lt;property id=&quot;20300&quot; value=&quot;Slide 2 - &amp;quot;Topics&amp;quot;&quot;/&gt;&lt;property id=&quot;20307&quot; value=&quot;257&quot;/&gt;&lt;/object&gt;&lt;object type=&quot;3&quot; unique_id=&quot;57108&quot;&gt;&lt;property id=&quot;20148&quot; value=&quot;5&quot;/&gt;&lt;property id=&quot;20300&quot; value=&quot;Slide 3 - &amp;quot;Instructors&amp;quot;&quot;/&gt;&lt;property id=&quot;20307&quot; value=&quot;264&quot;/&gt;&lt;/object&gt;&lt;object type=&quot;3&quot; unique_id=&quot;57109&quot;&gt;&lt;property id=&quot;20148&quot; value=&quot;5&quot;/&gt;&lt;property id=&quot;20300&quot; value=&quot;Slide 4 - &amp;quot;Course Schedule/Critiques&amp;quot;&quot;/&gt;&lt;property id=&quot;20307&quot; value=&quot;265&quot;/&gt;&lt;/object&gt;&lt;object type=&quot;3&quot; unique_id=&quot;57110&quot;&gt;&lt;property id=&quot;20148&quot; value=&quot;5&quot;/&gt;&lt;property id=&quot;20300&quot; value=&quot;Slide 6 - &amp;quot;Non-attribution&amp;quot;&quot;/&gt;&lt;property id=&quot;20307&quot; value=&quot;258&quot;/&gt;&lt;/object&gt;&lt;object type=&quot;3&quot; unique_id=&quot;57111&quot;&gt;&lt;property id=&quot;20148&quot; value=&quot;5&quot;/&gt;&lt;property id=&quot;20300&quot; value=&quot;Slide 7 - &amp;quot;Academic Integrity&amp;quot;&quot;/&gt;&lt;property id=&quot;20307&quot; value=&quot;259&quot;/&gt;&lt;/object&gt;&lt;object type=&quot;3&quot; unique_id=&quot;57112&quot;&gt;&lt;property id=&quot;20148&quot; value=&quot;5&quot;/&gt;&lt;property id=&quot;20300&quot; value=&quot;Slide 8 - &amp;quot;Cell Phones&amp;quot;&quot;/&gt;&lt;property id=&quot;20307&quot; value=&quot;260&quot;/&gt;&lt;/object&gt;&lt;object type=&quot;3&quot; unique_id=&quot;57113&quot;&gt;&lt;property id=&quot;20148&quot; value=&quot;5&quot;/&gt;&lt;property id=&quot;20300&quot; value=&quot;Slide 9 - &amp;quot;Facilities&amp;quot;&quot;/&gt;&lt;property id=&quot;20307&quot; value=&quot;261&quot;/&gt;&lt;/object&gt;&lt;object type=&quot;3&quot; unique_id=&quot;57114&quot;&gt;&lt;property id=&quot;20148&quot; value=&quot;5&quot;/&gt;&lt;property id=&quot;20300&quot; value=&quot;Slide 10 - &amp;quot;Expectations&amp;quot;&quot;/&gt;&lt;property id=&quot;20307&quot; value=&quot;262&quot;/&gt;&lt;/object&gt;&lt;object type=&quot;3&quot; unique_id=&quot;57115&quot;&gt;&lt;property id=&quot;20148&quot; value=&quot;5&quot;/&gt;&lt;property id=&quot;20300&quot; value=&quot;Slide 11 - &amp;quot;Questions?&amp;quot;&quot;/&gt;&lt;property id=&quot;20307&quot; value=&quot;263&quot;/&gt;&lt;/object&gt;&lt;object type=&quot;3&quot; unique_id=&quot;57152&quot;&gt;&lt;property id=&quot;20148&quot; value=&quot;5&quot;/&gt;&lt;property id=&quot;20300&quot; value=&quot;Slide 5 - &amp;quot;Academic Freedom&amp;quot;&quot;/&gt;&lt;property id=&quot;20307&quot; value=&quot;266&quot;/&gt;&lt;/object&gt;&lt;/object&gt;&lt;/object&gt;&lt;/database&gt;"/>
  <p:tag name="SECTOMILLISECCONVERTED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0&quot;/&gt;&lt;/TableIndex&gt;&lt;/ShapeTextInfo&gt;"/>
  <p:tag name="PRESENTER_SHAPEINFO" val="&lt;ThreeDShapeInfo&gt;&lt;uuid val=&quot;{5A578697-EB02-4C41-97C9-5F52FDB6B7C4}&quot;/&gt;&lt;isInvalidForFieldText val=&quot;0&quot;/&gt;&lt;Image&gt;&lt;filename val=&quot;C:\Users\EGlover\AppData\Local\Temp\1\~CaAF75\data\asimages\{5A578697-EB02-4C41-97C9-5F52FDB6B7C4}_LtOfSld1.png&quot;/&gt;&lt;left val=&quot;-2&quot;/&gt;&lt;top val=&quot;-2&quot;/&gt;&lt;width val=&quot;724&quot;/&gt;&lt;height val=&quot;545&quot;/&gt;&lt;hasText val=&quot;1&quot;/&gt;&lt;/Image&gt;&lt;/ThreeDShapeInfo&gt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0&quot;/&gt;&lt;/TableIndex&gt;&lt;/ShapeTextInfo&gt;"/>
  <p:tag name="PRESENTER_SHAPEINFO" val="&lt;ThreeDShapeInfo&gt;&lt;uuid val=&quot;{82215DE3-AE73-4842-A985-BD9A97C5AA50}&quot;/&gt;&lt;isInvalidForFieldText val=&quot;0&quot;/&gt;&lt;Image&gt;&lt;filename val=&quot;C:\Users\EGlover\AppData\Local\Temp\1\~CaAF75\data\asimages\{82215DE3-AE73-4842-A985-BD9A97C5AA50}_LtOfSld1.png&quot;/&gt;&lt;left val=&quot;3&quot;/&gt;&lt;top val=&quot;45&quot;/&gt;&lt;width val=&quot;713&quot;/&gt;&lt;height val=&quot;491&quot;/&gt;&lt;hasText val=&quot;1&quot;/&gt;&lt;/Image&gt;&lt;/ThreeDShapeInfo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INFO" val="&lt;ThreeDShapeInfo&gt;&lt;uuid val=&quot;{91EDE635-3B17-46AF-9EA4-B6A35294F777}&quot;/&gt;&lt;isInvalidForFieldText val=&quot;0&quot;/&gt;&lt;Image&gt;&lt;filename val=&quot;C:\Users\EGlover\AppData\Local\Temp\1\~CaAF75\data\asimages\{91EDE635-3B17-46AF-9EA4-B6A35294F777}_MtorLt.png&quot;/&gt;&lt;left val=&quot;12&quot;/&gt;&lt;top val=&quot;9&quot;/&gt;&lt;width val=&quot;39&quot;/&gt;&lt;height val=&quot;35&quot;/&gt;&lt;hasText val=&quot;1&quot;/&gt;&lt;/Image&gt;&lt;/ThreeDShapeInfo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9&quot;/&gt;&lt;/TableIndex&gt;&lt;/ShapeTextInfo&gt;"/>
  <p:tag name="PRESENTER_SHAPEINFO" val="&lt;ThreeDShapeInfo&gt;&lt;uuid val=&quot;{8ED6040C-1D2E-46AC-AE16-9193282CF5F0}&quot;/&gt;&lt;isInvalidForFieldText val=&quot;0&quot;/&gt;&lt;Image&gt;&lt;filename val=&quot;C:\Users\EGlover\AppData\Local\Temp\1\~CaAF75\data\asimages\{8ED6040C-1D2E-46AC-AE16-9193282CF5F0}_MtorLt.png&quot;/&gt;&lt;left val=&quot;48&quot;/&gt;&lt;top val=&quot;4&quot;/&gt;&lt;width val=&quot;541&quot;/&gt;&lt;height val=&quot;50&quot;/&gt;&lt;hasText val=&quot;1&quot;/&gt;&lt;/Image&gt;&lt;/ThreeDShapeInfo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2&quot;/&gt;&lt;/TableIndex&gt;&lt;/ShapeTextInfo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5&quot;/&gt;&lt;lineCharCount val=&quot;33&quot;/&gt;&lt;lineCharCount val=&quot;13&quot;/&gt;&lt;lineCharCount val=&quot;12&quot;/&gt;&lt;lineCharCount val=&quot;13&quot;/&gt;&lt;lineCharCount val=&quot;11&quot;/&gt;&lt;/TableIndex&gt;&lt;/ShapeTextInfo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9&quot;/&gt;&lt;/TableIndex&gt;&lt;/ShapeTextInfo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0&quot;/&gt;&lt;/TableIndex&gt;&lt;/ShapeTextInfo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&quot;/&gt;&lt;/TableIndex&gt;&lt;/ShapeTextInfo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2&quot;/&gt;&lt;/TableIndex&gt;&lt;/ShapeTextInfo&gt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5&quot;/&gt;&lt;/TableIndex&gt;&lt;/ShapeTextInfo&gt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9&quot;/&gt;&lt;/TableIndex&gt;&lt;/ShapeTextInfo&gt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0&quot;/&gt;&lt;/TableIndex&gt;&lt;/ShapeTextInfo&gt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3&quot;/&gt;&lt;/TableIndex&gt;&lt;/ShapeTextInfo&gt;"/>
</p:tagLst>
</file>

<file path=ppt/theme/theme1.xml><?xml version="1.0" encoding="utf-8"?>
<a:theme xmlns:a="http://schemas.openxmlformats.org/drawingml/2006/main" name="AFIT DCoL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0685ef0-b1b4-458c-829f-f398f8759114" xsi:nil="true"/>
    <lcf76f155ced4ddcb4097134ff3c332f xmlns="642e82f0-cb46-4fb4-8075-6238c0cf1caf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EC9433B644E604094407ACD1E5072B8" ma:contentTypeVersion="11" ma:contentTypeDescription="Create a new document." ma:contentTypeScope="" ma:versionID="3d1b3dfc843b4f81bcd91a66cd11289c">
  <xsd:schema xmlns:xsd="http://www.w3.org/2001/XMLSchema" xmlns:xs="http://www.w3.org/2001/XMLSchema" xmlns:p="http://schemas.microsoft.com/office/2006/metadata/properties" xmlns:ns2="642e82f0-cb46-4fb4-8075-6238c0cf1caf" xmlns:ns3="90685ef0-b1b4-458c-829f-f398f8759114" targetNamespace="http://schemas.microsoft.com/office/2006/metadata/properties" ma:root="true" ma:fieldsID="c2c5bc462af54d3217fc1b623fd434e4" ns2:_="" ns3:_="">
    <xsd:import namespace="642e82f0-cb46-4fb4-8075-6238c0cf1caf"/>
    <xsd:import namespace="90685ef0-b1b4-458c-829f-f398f87591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2e82f0-cb46-4fb4-8075-6238c0cf1c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5476efd-2625-4ffb-b020-68dbe4abf3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685ef0-b1b4-458c-829f-f398f87591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ba30c71-e5db-4e24-a35c-6a05396b8484}" ma:internalName="TaxCatchAll" ma:showField="CatchAllData" ma:web="90685ef0-b1b4-458c-829f-f398f87591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8CF3EDC-8FD0-4596-81B6-38CE81E1E85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88B5E7D-9C02-44FA-96B3-2BC0EDBB49E2}">
  <ds:schemaRefs>
    <ds:schemaRef ds:uri="http://schemas.microsoft.com/office/2006/metadata/properties"/>
    <ds:schemaRef ds:uri="http://schemas.microsoft.com/office/infopath/2007/PartnerControls"/>
    <ds:schemaRef ds:uri="30d97937-01a3-4de3-90ca-5e7d330c9e3c"/>
    <ds:schemaRef ds:uri="9424389c-3462-41f7-a219-8f9753f44d22"/>
    <ds:schemaRef ds:uri="90685ef0-b1b4-458c-829f-f398f8759114"/>
    <ds:schemaRef ds:uri="642e82f0-cb46-4fb4-8075-6238c0cf1caf"/>
  </ds:schemaRefs>
</ds:datastoreItem>
</file>

<file path=customXml/itemProps3.xml><?xml version="1.0" encoding="utf-8"?>
<ds:datastoreItem xmlns:ds="http://schemas.openxmlformats.org/officeDocument/2006/customXml" ds:itemID="{3298221C-B78A-47B7-BF46-B98F710577A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2e82f0-cb46-4fb4-8075-6238c0cf1caf"/>
    <ds:schemaRef ds:uri="90685ef0-b1b4-458c-829f-f398f87591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AFIT DCoL Theme</Template>
  <TotalTime>173653</TotalTime>
  <Words>502</Words>
  <Application>Microsoft Office PowerPoint</Application>
  <PresentationFormat>On-screen Show (4:3)</PresentationFormat>
  <Paragraphs>109</Paragraphs>
  <Slides>21</Slides>
  <Notes>17</Notes>
  <HiddenSlides>10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Verdana</vt:lpstr>
      <vt:lpstr>AFIT DCoL Theme</vt:lpstr>
      <vt:lpstr>Course Introduction and Admin</vt:lpstr>
      <vt:lpstr>Day 5</vt:lpstr>
      <vt:lpstr>Day 2</vt:lpstr>
      <vt:lpstr>Day 5</vt:lpstr>
      <vt:lpstr>Topics</vt:lpstr>
      <vt:lpstr>Topics</vt:lpstr>
      <vt:lpstr>Instructors</vt:lpstr>
      <vt:lpstr>Instructors</vt:lpstr>
      <vt:lpstr>PowerPoint Presentation</vt:lpstr>
      <vt:lpstr>PowerPoint Presentation</vt:lpstr>
      <vt:lpstr>PowerPoint Presentation</vt:lpstr>
      <vt:lpstr>PowerPoint Presentation</vt:lpstr>
      <vt:lpstr>Course Schedule/Critiques</vt:lpstr>
      <vt:lpstr>Academic Freedom</vt:lpstr>
      <vt:lpstr>Non-attribution</vt:lpstr>
      <vt:lpstr>Academic Integrity</vt:lpstr>
      <vt:lpstr>Cell Phones/Email</vt:lpstr>
      <vt:lpstr>Facilities</vt:lpstr>
      <vt:lpstr>Live Course via Classroom</vt:lpstr>
      <vt:lpstr>Introductions and Expectations</vt:lpstr>
      <vt:lpstr>Questions?</vt:lpstr>
    </vt:vector>
  </TitlesOfParts>
  <Company>AFIT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Glover, Eric C Civ USAF AETC AFIT/LSM</dc:creator>
  <cp:lastModifiedBy>Kevin Pamilagas</cp:lastModifiedBy>
  <cp:revision>565</cp:revision>
  <cp:lastPrinted>2017-04-04T12:30:40Z</cp:lastPrinted>
  <dcterms:created xsi:type="dcterms:W3CDTF">2017-03-13T18:41:55Z</dcterms:created>
  <dcterms:modified xsi:type="dcterms:W3CDTF">2026-03-17T17:14:34Z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0x0101009EC9433B644E604094407ACD1E5072B8</vt:lpwstr>
  </property>
  <property fmtid="{D5CDD505-2E9C-101B-9397-08002B2CF9AE}" pid="3" name="MediaServiceImageTags">
    <vt:lpwstr/>
  </property>
</Properties>
</file>