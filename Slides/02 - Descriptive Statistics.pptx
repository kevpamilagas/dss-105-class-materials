
<file path=[Content_Types].xml><?xml version="1.0" encoding="utf-8"?>
<Types xmlns="http://schemas.openxmlformats.org/package/2006/content-types">
  <Default Extension="emf" ContentType="image/x-emf"/>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4"/>
  </p:sldMasterIdLst>
  <p:notesMasterIdLst>
    <p:notesMasterId r:id="rId77"/>
  </p:notesMasterIdLst>
  <p:sldIdLst>
    <p:sldId id="256" r:id="rId5"/>
    <p:sldId id="257" r:id="rId6"/>
    <p:sldId id="258" r:id="rId7"/>
    <p:sldId id="259" r:id="rId8"/>
    <p:sldId id="260" r:id="rId9"/>
    <p:sldId id="261" r:id="rId10"/>
    <p:sldId id="262" r:id="rId11"/>
    <p:sldId id="263" r:id="rId12"/>
    <p:sldId id="264" r:id="rId13"/>
    <p:sldId id="265" r:id="rId14"/>
    <p:sldId id="266" r:id="rId15"/>
    <p:sldId id="268" r:id="rId16"/>
    <p:sldId id="271" r:id="rId17"/>
    <p:sldId id="272" r:id="rId18"/>
    <p:sldId id="273" r:id="rId19"/>
    <p:sldId id="274" r:id="rId20"/>
    <p:sldId id="277" r:id="rId21"/>
    <p:sldId id="334" r:id="rId22"/>
    <p:sldId id="337" r:id="rId23"/>
    <p:sldId id="336" r:id="rId24"/>
    <p:sldId id="278" r:id="rId25"/>
    <p:sldId id="279" r:id="rId26"/>
    <p:sldId id="280" r:id="rId27"/>
    <p:sldId id="338" r:id="rId28"/>
    <p:sldId id="339" r:id="rId29"/>
    <p:sldId id="340" r:id="rId30"/>
    <p:sldId id="341" r:id="rId31"/>
    <p:sldId id="342" r:id="rId32"/>
    <p:sldId id="287" r:id="rId33"/>
    <p:sldId id="289" r:id="rId34"/>
    <p:sldId id="343" r:id="rId35"/>
    <p:sldId id="344" r:id="rId36"/>
    <p:sldId id="345" r:id="rId37"/>
    <p:sldId id="294" r:id="rId38"/>
    <p:sldId id="348" r:id="rId39"/>
    <p:sldId id="346" r:id="rId40"/>
    <p:sldId id="347" r:id="rId41"/>
    <p:sldId id="295" r:id="rId42"/>
    <p:sldId id="296" r:id="rId43"/>
    <p:sldId id="297" r:id="rId44"/>
    <p:sldId id="298" r:id="rId45"/>
    <p:sldId id="299"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49" r:id="rId63"/>
    <p:sldId id="320" r:id="rId64"/>
    <p:sldId id="321" r:id="rId65"/>
    <p:sldId id="322" r:id="rId66"/>
    <p:sldId id="323" r:id="rId67"/>
    <p:sldId id="324" r:id="rId68"/>
    <p:sldId id="325" r:id="rId69"/>
    <p:sldId id="326" r:id="rId70"/>
    <p:sldId id="350" r:id="rId71"/>
    <p:sldId id="328" r:id="rId72"/>
    <p:sldId id="330" r:id="rId73"/>
    <p:sldId id="331" r:id="rId74"/>
    <p:sldId id="332" r:id="rId75"/>
    <p:sldId id="333" r:id="rId76"/>
  </p:sldIdLst>
  <p:sldSz cx="9144000" cy="5143500" type="screen16x9"/>
  <p:notesSz cx="6858000" cy="9144000"/>
  <p:embeddedFontLst>
    <p:embeddedFont>
      <p:font typeface="Cambria Math" panose="02040503050406030204" pitchFamily="18" charset="0"/>
      <p:regular r:id="rId78"/>
    </p:embeddedFont>
    <p:embeddedFont>
      <p:font typeface="Lato" panose="020F0502020204030203" pitchFamily="34" charset="0"/>
      <p:regular r:id="rId79"/>
      <p:bold r:id="rId80"/>
      <p:italic r:id="rId81"/>
      <p:boldItalic r:id="rId82"/>
    </p:embeddedFont>
    <p:embeddedFont>
      <p:font typeface="Montserrat" panose="00000500000000000000" pitchFamily="2" charset="0"/>
      <p:regular r:id="rId83"/>
      <p:bold r:id="rId84"/>
      <p:italic r:id="rId85"/>
      <p:boldItalic r:id="rId8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A0E3ECB-D206-4065-84E8-E59B9372C035}" v="163" dt="2025-07-22T18:23:40.232"/>
  </p1510:revLst>
</p1510:revInfo>
</file>

<file path=ppt/tableStyles.xml><?xml version="1.0" encoding="utf-8"?>
<a:tblStyleLst xmlns:a="http://schemas.openxmlformats.org/drawingml/2006/main" def="{450DAD7F-6C3D-44DA-B44C-F0A5328448DC}">
  <a:tblStyle styleId="{450DAD7F-6C3D-44DA-B44C-F0A5328448DC}"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74754" autoAdjust="0"/>
  </p:normalViewPr>
  <p:slideViewPr>
    <p:cSldViewPr snapToGrid="0">
      <p:cViewPr varScale="1">
        <p:scale>
          <a:sx n="107" d="100"/>
          <a:sy n="107" d="100"/>
        </p:scale>
        <p:origin x="1734" y="102"/>
      </p:cViewPr>
      <p:guideLst>
        <p:guide orient="horz" pos="1620"/>
        <p:guide pos="2880"/>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font" Target="fonts/font7.fntdata"/><Relationship Id="rId89" Type="http://schemas.openxmlformats.org/officeDocument/2006/relationships/theme" Target="theme/theme1.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font" Target="fonts/font2.fntdata"/><Relationship Id="rId5" Type="http://schemas.openxmlformats.org/officeDocument/2006/relationships/slide" Target="slides/slide1.xml"/><Relationship Id="rId90" Type="http://schemas.openxmlformats.org/officeDocument/2006/relationships/tableStyles" Target="tableStyles.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slide" Target="slides/slide65.xml"/><Relationship Id="rId77" Type="http://schemas.openxmlformats.org/officeDocument/2006/relationships/notesMaster" Target="notesMasters/notesMaster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80" Type="http://schemas.openxmlformats.org/officeDocument/2006/relationships/font" Target="fonts/font3.fntdata"/><Relationship Id="rId85" Type="http://schemas.openxmlformats.org/officeDocument/2006/relationships/font" Target="fonts/font8.fntdata"/><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font" Target="fonts/font6.fntdata"/><Relationship Id="rId88" Type="http://schemas.openxmlformats.org/officeDocument/2006/relationships/viewProps" Target="viewProps.xml"/><Relationship Id="rId9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font" Target="fonts/font1.fntdata"/><Relationship Id="rId81" Type="http://schemas.openxmlformats.org/officeDocument/2006/relationships/font" Target="fonts/font4.fntdata"/><Relationship Id="rId86" Type="http://schemas.openxmlformats.org/officeDocument/2006/relationships/font" Target="fonts/font9.fntdata"/><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7" Type="http://schemas.openxmlformats.org/officeDocument/2006/relationships/slide" Target="slides/slide3.xml"/><Relationship Id="rId71" Type="http://schemas.openxmlformats.org/officeDocument/2006/relationships/slide" Target="slides/slide67.xml"/><Relationship Id="rId92" Type="http://schemas.microsoft.com/office/2015/10/relationships/revisionInfo" Target="revisionInfo.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presProps" Target="presProps.xml"/><Relationship Id="rId61" Type="http://schemas.openxmlformats.org/officeDocument/2006/relationships/slide" Target="slides/slide57.xml"/><Relationship Id="rId82" Type="http://schemas.openxmlformats.org/officeDocument/2006/relationships/font" Target="fonts/font5.fntdata"/><Relationship Id="rId19"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MILAGAS, KEVIN S CTR USAF AETC AFIT/LSM" userId="009fbf30-8171-4f28-916c-cb4b56e6ee63" providerId="ADAL" clId="{B5DD41C1-A85B-4990-9333-186317232F78}"/>
    <pc:docChg chg="custSel addSld delSld modSld">
      <pc:chgData name="PAMILAGAS, KEVIN S CTR USAF AETC AFIT/LSM" userId="009fbf30-8171-4f28-916c-cb4b56e6ee63" providerId="ADAL" clId="{B5DD41C1-A85B-4990-9333-186317232F78}" dt="2024-08-05T23:58:25.019" v="163"/>
      <pc:docMkLst>
        <pc:docMk/>
      </pc:docMkLst>
      <pc:sldChg chg="mod modShow">
        <pc:chgData name="PAMILAGAS, KEVIN S CTR USAF AETC AFIT/LSM" userId="009fbf30-8171-4f28-916c-cb4b56e6ee63" providerId="ADAL" clId="{B5DD41C1-A85B-4990-9333-186317232F78}" dt="2024-08-05T20:20:07.837" v="54" actId="729"/>
        <pc:sldMkLst>
          <pc:docMk/>
          <pc:sldMk cId="0" sldId="296"/>
        </pc:sldMkLst>
      </pc:sldChg>
      <pc:sldChg chg="del mod modShow">
        <pc:chgData name="PAMILAGAS, KEVIN S CTR USAF AETC AFIT/LSM" userId="009fbf30-8171-4f28-916c-cb4b56e6ee63" providerId="ADAL" clId="{B5DD41C1-A85B-4990-9333-186317232F78}" dt="2024-08-05T20:32:36.152" v="145" actId="47"/>
        <pc:sldMkLst>
          <pc:docMk/>
          <pc:sldMk cId="0" sldId="300"/>
        </pc:sldMkLst>
      </pc:sldChg>
      <pc:sldChg chg="del mod modShow">
        <pc:chgData name="PAMILAGAS, KEVIN S CTR USAF AETC AFIT/LSM" userId="009fbf30-8171-4f28-916c-cb4b56e6ee63" providerId="ADAL" clId="{B5DD41C1-A85B-4990-9333-186317232F78}" dt="2024-08-05T20:32:37.471" v="146" actId="47"/>
        <pc:sldMkLst>
          <pc:docMk/>
          <pc:sldMk cId="0" sldId="301"/>
        </pc:sldMkLst>
      </pc:sldChg>
      <pc:sldChg chg="del">
        <pc:chgData name="PAMILAGAS, KEVIN S CTR USAF AETC AFIT/LSM" userId="009fbf30-8171-4f28-916c-cb4b56e6ee63" providerId="ADAL" clId="{B5DD41C1-A85B-4990-9333-186317232F78}" dt="2024-08-05T20:32:39.028" v="147" actId="47"/>
        <pc:sldMkLst>
          <pc:docMk/>
          <pc:sldMk cId="0" sldId="302"/>
        </pc:sldMkLst>
      </pc:sldChg>
      <pc:sldChg chg="del mod modShow">
        <pc:chgData name="PAMILAGAS, KEVIN S CTR USAF AETC AFIT/LSM" userId="009fbf30-8171-4f28-916c-cb4b56e6ee63" providerId="ADAL" clId="{B5DD41C1-A85B-4990-9333-186317232F78}" dt="2024-08-05T20:32:41.279" v="148" actId="47"/>
        <pc:sldMkLst>
          <pc:docMk/>
          <pc:sldMk cId="0" sldId="303"/>
        </pc:sldMkLst>
      </pc:sldChg>
      <pc:sldChg chg="mod modShow">
        <pc:chgData name="PAMILAGAS, KEVIN S CTR USAF AETC AFIT/LSM" userId="009fbf30-8171-4f28-916c-cb4b56e6ee63" providerId="ADAL" clId="{B5DD41C1-A85B-4990-9333-186317232F78}" dt="2024-08-05T20:29:04.220" v="58" actId="729"/>
        <pc:sldMkLst>
          <pc:docMk/>
          <pc:sldMk cId="0" sldId="328"/>
        </pc:sldMkLst>
      </pc:sldChg>
      <pc:sldChg chg="del">
        <pc:chgData name="PAMILAGAS, KEVIN S CTR USAF AETC AFIT/LSM" userId="009fbf30-8171-4f28-916c-cb4b56e6ee63" providerId="ADAL" clId="{B5DD41C1-A85B-4990-9333-186317232F78}" dt="2024-08-05T20:34:23.443" v="150" actId="47"/>
        <pc:sldMkLst>
          <pc:docMk/>
          <pc:sldMk cId="0" sldId="329"/>
        </pc:sldMkLst>
      </pc:sldChg>
      <pc:sldChg chg="modSp modAnim modNotes">
        <pc:chgData name="PAMILAGAS, KEVIN S CTR USAF AETC AFIT/LSM" userId="009fbf30-8171-4f28-916c-cb4b56e6ee63" providerId="ADAL" clId="{B5DD41C1-A85B-4990-9333-186317232F78}" dt="2024-08-05T20:31:06.563" v="144" actId="20577"/>
        <pc:sldMkLst>
          <pc:docMk/>
          <pc:sldMk cId="0" sldId="330"/>
        </pc:sldMkLst>
      </pc:sldChg>
      <pc:sldChg chg="modSp modAnim modNotes">
        <pc:chgData name="PAMILAGAS, KEVIN S CTR USAF AETC AFIT/LSM" userId="009fbf30-8171-4f28-916c-cb4b56e6ee63" providerId="ADAL" clId="{B5DD41C1-A85B-4990-9333-186317232F78}" dt="2024-08-05T20:30:21.340" v="105" actId="404"/>
        <pc:sldMkLst>
          <pc:docMk/>
          <pc:sldMk cId="0" sldId="331"/>
        </pc:sldMkLst>
      </pc:sldChg>
      <pc:sldChg chg="modSp modAnim modNotes">
        <pc:chgData name="PAMILAGAS, KEVIN S CTR USAF AETC AFIT/LSM" userId="009fbf30-8171-4f28-916c-cb4b56e6ee63" providerId="ADAL" clId="{B5DD41C1-A85B-4990-9333-186317232F78}" dt="2024-08-05T20:30:30.421" v="107" actId="404"/>
        <pc:sldMkLst>
          <pc:docMk/>
          <pc:sldMk cId="0" sldId="332"/>
        </pc:sldMkLst>
      </pc:sldChg>
      <pc:sldChg chg="del">
        <pc:chgData name="PAMILAGAS, KEVIN S CTR USAF AETC AFIT/LSM" userId="009fbf30-8171-4f28-916c-cb4b56e6ee63" providerId="ADAL" clId="{B5DD41C1-A85B-4990-9333-186317232F78}" dt="2024-08-05T19:37:44.401" v="0" actId="47"/>
        <pc:sldMkLst>
          <pc:docMk/>
          <pc:sldMk cId="0" sldId="333"/>
        </pc:sldMkLst>
      </pc:sldChg>
      <pc:sldChg chg="addSp delSp modSp add mod delAnim modAnim">
        <pc:chgData name="PAMILAGAS, KEVIN S CTR USAF AETC AFIT/LSM" userId="009fbf30-8171-4f28-916c-cb4b56e6ee63" providerId="ADAL" clId="{B5DD41C1-A85B-4990-9333-186317232F78}" dt="2024-08-05T23:58:25.019" v="163"/>
        <pc:sldMkLst>
          <pc:docMk/>
          <pc:sldMk cId="522727662" sldId="333"/>
        </pc:sldMkLst>
      </pc:sldChg>
      <pc:sldChg chg="del">
        <pc:chgData name="PAMILAGAS, KEVIN S CTR USAF AETC AFIT/LSM" userId="009fbf30-8171-4f28-916c-cb4b56e6ee63" providerId="ADAL" clId="{B5DD41C1-A85B-4990-9333-186317232F78}" dt="2024-08-05T19:37:44.401" v="0" actId="47"/>
        <pc:sldMkLst>
          <pc:docMk/>
          <pc:sldMk cId="0" sldId="334"/>
        </pc:sldMkLst>
      </pc:sldChg>
      <pc:sldChg chg="del">
        <pc:chgData name="PAMILAGAS, KEVIN S CTR USAF AETC AFIT/LSM" userId="009fbf30-8171-4f28-916c-cb4b56e6ee63" providerId="ADAL" clId="{B5DD41C1-A85B-4990-9333-186317232F78}" dt="2024-08-05T19:37:44.401" v="0" actId="47"/>
        <pc:sldMkLst>
          <pc:docMk/>
          <pc:sldMk cId="0" sldId="335"/>
        </pc:sldMkLst>
      </pc:sldChg>
      <pc:sldChg chg="del">
        <pc:chgData name="PAMILAGAS, KEVIN S CTR USAF AETC AFIT/LSM" userId="009fbf30-8171-4f28-916c-cb4b56e6ee63" providerId="ADAL" clId="{B5DD41C1-A85B-4990-9333-186317232F78}" dt="2024-08-05T19:37:44.401" v="0" actId="47"/>
        <pc:sldMkLst>
          <pc:docMk/>
          <pc:sldMk cId="0" sldId="336"/>
        </pc:sldMkLst>
      </pc:sldChg>
      <pc:sldChg chg="del">
        <pc:chgData name="PAMILAGAS, KEVIN S CTR USAF AETC AFIT/LSM" userId="009fbf30-8171-4f28-916c-cb4b56e6ee63" providerId="ADAL" clId="{B5DD41C1-A85B-4990-9333-186317232F78}" dt="2024-08-05T19:37:44.401" v="0" actId="47"/>
        <pc:sldMkLst>
          <pc:docMk/>
          <pc:sldMk cId="0" sldId="337"/>
        </pc:sldMkLst>
      </pc:sldChg>
      <pc:sldChg chg="del">
        <pc:chgData name="PAMILAGAS, KEVIN S CTR USAF AETC AFIT/LSM" userId="009fbf30-8171-4f28-916c-cb4b56e6ee63" providerId="ADAL" clId="{B5DD41C1-A85B-4990-9333-186317232F78}" dt="2024-08-05T19:37:44.401" v="0" actId="47"/>
        <pc:sldMkLst>
          <pc:docMk/>
          <pc:sldMk cId="0" sldId="338"/>
        </pc:sldMkLst>
      </pc:sldChg>
      <pc:sldChg chg="del">
        <pc:chgData name="PAMILAGAS, KEVIN S CTR USAF AETC AFIT/LSM" userId="009fbf30-8171-4f28-916c-cb4b56e6ee63" providerId="ADAL" clId="{B5DD41C1-A85B-4990-9333-186317232F78}" dt="2024-08-05T19:37:44.401" v="0" actId="47"/>
        <pc:sldMkLst>
          <pc:docMk/>
          <pc:sldMk cId="0" sldId="339"/>
        </pc:sldMkLst>
      </pc:sldChg>
      <pc:sldChg chg="del">
        <pc:chgData name="PAMILAGAS, KEVIN S CTR USAF AETC AFIT/LSM" userId="009fbf30-8171-4f28-916c-cb4b56e6ee63" providerId="ADAL" clId="{B5DD41C1-A85B-4990-9333-186317232F78}" dt="2024-08-05T19:37:44.401" v="0" actId="47"/>
        <pc:sldMkLst>
          <pc:docMk/>
          <pc:sldMk cId="0" sldId="340"/>
        </pc:sldMkLst>
      </pc:sldChg>
      <pc:sldChg chg="del">
        <pc:chgData name="PAMILAGAS, KEVIN S CTR USAF AETC AFIT/LSM" userId="009fbf30-8171-4f28-916c-cb4b56e6ee63" providerId="ADAL" clId="{B5DD41C1-A85B-4990-9333-186317232F78}" dt="2024-08-05T19:37:44.401" v="0" actId="47"/>
        <pc:sldMkLst>
          <pc:docMk/>
          <pc:sldMk cId="0" sldId="341"/>
        </pc:sldMkLst>
      </pc:sldChg>
      <pc:sldChg chg="del">
        <pc:chgData name="PAMILAGAS, KEVIN S CTR USAF AETC AFIT/LSM" userId="009fbf30-8171-4f28-916c-cb4b56e6ee63" providerId="ADAL" clId="{B5DD41C1-A85B-4990-9333-186317232F78}" dt="2024-08-05T19:37:44.401" v="0" actId="47"/>
        <pc:sldMkLst>
          <pc:docMk/>
          <pc:sldMk cId="0" sldId="342"/>
        </pc:sldMkLst>
      </pc:sldChg>
      <pc:sldChg chg="del">
        <pc:chgData name="PAMILAGAS, KEVIN S CTR USAF AETC AFIT/LSM" userId="009fbf30-8171-4f28-916c-cb4b56e6ee63" providerId="ADAL" clId="{B5DD41C1-A85B-4990-9333-186317232F78}" dt="2024-08-05T19:37:44.401" v="0" actId="47"/>
        <pc:sldMkLst>
          <pc:docMk/>
          <pc:sldMk cId="0" sldId="343"/>
        </pc:sldMkLst>
      </pc:sldChg>
      <pc:sldChg chg="del">
        <pc:chgData name="PAMILAGAS, KEVIN S CTR USAF AETC AFIT/LSM" userId="009fbf30-8171-4f28-916c-cb4b56e6ee63" providerId="ADAL" clId="{B5DD41C1-A85B-4990-9333-186317232F78}" dt="2024-08-05T19:37:44.401" v="0" actId="47"/>
        <pc:sldMkLst>
          <pc:docMk/>
          <pc:sldMk cId="0" sldId="344"/>
        </pc:sldMkLst>
      </pc:sldChg>
      <pc:sldChg chg="del">
        <pc:chgData name="PAMILAGAS, KEVIN S CTR USAF AETC AFIT/LSM" userId="009fbf30-8171-4f28-916c-cb4b56e6ee63" providerId="ADAL" clId="{B5DD41C1-A85B-4990-9333-186317232F78}" dt="2024-08-05T19:37:44.401" v="0" actId="47"/>
        <pc:sldMkLst>
          <pc:docMk/>
          <pc:sldMk cId="0" sldId="345"/>
        </pc:sldMkLst>
      </pc:sldChg>
      <pc:sldChg chg="del">
        <pc:chgData name="PAMILAGAS, KEVIN S CTR USAF AETC AFIT/LSM" userId="009fbf30-8171-4f28-916c-cb4b56e6ee63" providerId="ADAL" clId="{B5DD41C1-A85B-4990-9333-186317232F78}" dt="2024-08-05T19:37:44.401" v="0" actId="47"/>
        <pc:sldMkLst>
          <pc:docMk/>
          <pc:sldMk cId="0" sldId="346"/>
        </pc:sldMkLst>
      </pc:sldChg>
      <pc:sldChg chg="del">
        <pc:chgData name="PAMILAGAS, KEVIN S CTR USAF AETC AFIT/LSM" userId="009fbf30-8171-4f28-916c-cb4b56e6ee63" providerId="ADAL" clId="{B5DD41C1-A85B-4990-9333-186317232F78}" dt="2024-08-05T19:37:44.401" v="0" actId="47"/>
        <pc:sldMkLst>
          <pc:docMk/>
          <pc:sldMk cId="0" sldId="347"/>
        </pc:sldMkLst>
      </pc:sldChg>
      <pc:sldChg chg="del">
        <pc:chgData name="PAMILAGAS, KEVIN S CTR USAF AETC AFIT/LSM" userId="009fbf30-8171-4f28-916c-cb4b56e6ee63" providerId="ADAL" clId="{B5DD41C1-A85B-4990-9333-186317232F78}" dt="2024-08-05T19:37:44.401" v="0" actId="47"/>
        <pc:sldMkLst>
          <pc:docMk/>
          <pc:sldMk cId="0" sldId="348"/>
        </pc:sldMkLst>
      </pc:sldChg>
      <pc:sldChg chg="del">
        <pc:chgData name="PAMILAGAS, KEVIN S CTR USAF AETC AFIT/LSM" userId="009fbf30-8171-4f28-916c-cb4b56e6ee63" providerId="ADAL" clId="{B5DD41C1-A85B-4990-9333-186317232F78}" dt="2024-08-05T19:37:44.401" v="0" actId="47"/>
        <pc:sldMkLst>
          <pc:docMk/>
          <pc:sldMk cId="0" sldId="349"/>
        </pc:sldMkLst>
      </pc:sldChg>
      <pc:sldChg chg="del">
        <pc:chgData name="PAMILAGAS, KEVIN S CTR USAF AETC AFIT/LSM" userId="009fbf30-8171-4f28-916c-cb4b56e6ee63" providerId="ADAL" clId="{B5DD41C1-A85B-4990-9333-186317232F78}" dt="2024-08-05T19:37:44.401" v="0" actId="47"/>
        <pc:sldMkLst>
          <pc:docMk/>
          <pc:sldMk cId="0" sldId="350"/>
        </pc:sldMkLst>
      </pc:sldChg>
      <pc:sldChg chg="del">
        <pc:chgData name="PAMILAGAS, KEVIN S CTR USAF AETC AFIT/LSM" userId="009fbf30-8171-4f28-916c-cb4b56e6ee63" providerId="ADAL" clId="{B5DD41C1-A85B-4990-9333-186317232F78}" dt="2024-08-05T19:37:44.401" v="0" actId="47"/>
        <pc:sldMkLst>
          <pc:docMk/>
          <pc:sldMk cId="0" sldId="351"/>
        </pc:sldMkLst>
      </pc:sldChg>
      <pc:sldChg chg="del">
        <pc:chgData name="PAMILAGAS, KEVIN S CTR USAF AETC AFIT/LSM" userId="009fbf30-8171-4f28-916c-cb4b56e6ee63" providerId="ADAL" clId="{B5DD41C1-A85B-4990-9333-186317232F78}" dt="2024-08-05T19:37:44.401" v="0" actId="47"/>
        <pc:sldMkLst>
          <pc:docMk/>
          <pc:sldMk cId="0" sldId="352"/>
        </pc:sldMkLst>
      </pc:sldChg>
      <pc:sldChg chg="del">
        <pc:chgData name="PAMILAGAS, KEVIN S CTR USAF AETC AFIT/LSM" userId="009fbf30-8171-4f28-916c-cb4b56e6ee63" providerId="ADAL" clId="{B5DD41C1-A85B-4990-9333-186317232F78}" dt="2024-08-05T19:37:44.401" v="0" actId="47"/>
        <pc:sldMkLst>
          <pc:docMk/>
          <pc:sldMk cId="0" sldId="353"/>
        </pc:sldMkLst>
      </pc:sldChg>
      <pc:sldChg chg="del">
        <pc:chgData name="PAMILAGAS, KEVIN S CTR USAF AETC AFIT/LSM" userId="009fbf30-8171-4f28-916c-cb4b56e6ee63" providerId="ADAL" clId="{B5DD41C1-A85B-4990-9333-186317232F78}" dt="2024-08-05T19:37:44.401" v="0" actId="47"/>
        <pc:sldMkLst>
          <pc:docMk/>
          <pc:sldMk cId="0" sldId="354"/>
        </pc:sldMkLst>
      </pc:sldChg>
      <pc:sldChg chg="del">
        <pc:chgData name="PAMILAGAS, KEVIN S CTR USAF AETC AFIT/LSM" userId="009fbf30-8171-4f28-916c-cb4b56e6ee63" providerId="ADAL" clId="{B5DD41C1-A85B-4990-9333-186317232F78}" dt="2024-08-05T19:37:44.401" v="0" actId="47"/>
        <pc:sldMkLst>
          <pc:docMk/>
          <pc:sldMk cId="0" sldId="355"/>
        </pc:sldMkLst>
      </pc:sldChg>
      <pc:sldChg chg="del">
        <pc:chgData name="PAMILAGAS, KEVIN S CTR USAF AETC AFIT/LSM" userId="009fbf30-8171-4f28-916c-cb4b56e6ee63" providerId="ADAL" clId="{B5DD41C1-A85B-4990-9333-186317232F78}" dt="2024-08-05T19:37:44.401" v="0" actId="47"/>
        <pc:sldMkLst>
          <pc:docMk/>
          <pc:sldMk cId="0" sldId="356"/>
        </pc:sldMkLst>
      </pc:sldChg>
      <pc:sldChg chg="del">
        <pc:chgData name="PAMILAGAS, KEVIN S CTR USAF AETC AFIT/LSM" userId="009fbf30-8171-4f28-916c-cb4b56e6ee63" providerId="ADAL" clId="{B5DD41C1-A85B-4990-9333-186317232F78}" dt="2024-08-05T19:37:44.401" v="0" actId="47"/>
        <pc:sldMkLst>
          <pc:docMk/>
          <pc:sldMk cId="0" sldId="357"/>
        </pc:sldMkLst>
      </pc:sldChg>
      <pc:sldChg chg="del">
        <pc:chgData name="PAMILAGAS, KEVIN S CTR USAF AETC AFIT/LSM" userId="009fbf30-8171-4f28-916c-cb4b56e6ee63" providerId="ADAL" clId="{B5DD41C1-A85B-4990-9333-186317232F78}" dt="2024-08-05T19:37:44.401" v="0" actId="47"/>
        <pc:sldMkLst>
          <pc:docMk/>
          <pc:sldMk cId="0" sldId="358"/>
        </pc:sldMkLst>
      </pc:sldChg>
      <pc:sldChg chg="del">
        <pc:chgData name="PAMILAGAS, KEVIN S CTR USAF AETC AFIT/LSM" userId="009fbf30-8171-4f28-916c-cb4b56e6ee63" providerId="ADAL" clId="{B5DD41C1-A85B-4990-9333-186317232F78}" dt="2024-08-05T19:37:44.401" v="0" actId="47"/>
        <pc:sldMkLst>
          <pc:docMk/>
          <pc:sldMk cId="0" sldId="359"/>
        </pc:sldMkLst>
      </pc:sldChg>
    </pc:docChg>
  </pc:docChgLst>
  <pc:docChgLst>
    <pc:chgData name="PAMILAGAS, KEVIN S CTR USAF AETC AFIT/LSM" userId="009fbf30-8171-4f28-916c-cb4b56e6ee63" providerId="ADAL" clId="{811A3461-6679-4AB7-8F93-4CBC9CC7CFDD}"/>
    <pc:docChg chg="modSld">
      <pc:chgData name="PAMILAGAS, KEVIN S CTR USAF AETC AFIT/LSM" userId="009fbf30-8171-4f28-916c-cb4b56e6ee63" providerId="ADAL" clId="{811A3461-6679-4AB7-8F93-4CBC9CC7CFDD}" dt="2024-12-16T02:04:54.951" v="111" actId="20577"/>
      <pc:docMkLst>
        <pc:docMk/>
      </pc:docMkLst>
      <pc:sldChg chg="modNotesTx">
        <pc:chgData name="PAMILAGAS, KEVIN S CTR USAF AETC AFIT/LSM" userId="009fbf30-8171-4f28-916c-cb4b56e6ee63" providerId="ADAL" clId="{811A3461-6679-4AB7-8F93-4CBC9CC7CFDD}" dt="2024-12-16T02:04:54.951" v="111" actId="20577"/>
        <pc:sldMkLst>
          <pc:docMk/>
          <pc:sldMk cId="0" sldId="295"/>
        </pc:sldMkLst>
      </pc:sldChg>
    </pc:docChg>
  </pc:docChgLst>
  <pc:docChgLst>
    <pc:chgData name="PAMILAGAS, KEVIN S CTR USAF AETC AFIT/LSM" userId="009fbf30-8171-4f28-916c-cb4b56e6ee63" providerId="ADAL" clId="{9A0E3ECB-D206-4065-84E8-E59B9372C035}"/>
    <pc:docChg chg="undo custSel addSld delSld modSld sldOrd">
      <pc:chgData name="PAMILAGAS, KEVIN S CTR USAF AETC AFIT/LSM" userId="009fbf30-8171-4f28-916c-cb4b56e6ee63" providerId="ADAL" clId="{9A0E3ECB-D206-4065-84E8-E59B9372C035}" dt="2025-07-22T18:23:40.232" v="1012" actId="20577"/>
      <pc:docMkLst>
        <pc:docMk/>
      </pc:docMkLst>
      <pc:sldChg chg="modSp mod">
        <pc:chgData name="PAMILAGAS, KEVIN S CTR USAF AETC AFIT/LSM" userId="009fbf30-8171-4f28-916c-cb4b56e6ee63" providerId="ADAL" clId="{9A0E3ECB-D206-4065-84E8-E59B9372C035}" dt="2025-07-14T18:34:19.199" v="22" actId="20577"/>
        <pc:sldMkLst>
          <pc:docMk/>
          <pc:sldMk cId="0" sldId="263"/>
        </pc:sldMkLst>
        <pc:spChg chg="mod">
          <ac:chgData name="PAMILAGAS, KEVIN S CTR USAF AETC AFIT/LSM" userId="009fbf30-8171-4f28-916c-cb4b56e6ee63" providerId="ADAL" clId="{9A0E3ECB-D206-4065-84E8-E59B9372C035}" dt="2025-07-14T18:34:19.199" v="22" actId="20577"/>
          <ac:spMkLst>
            <pc:docMk/>
            <pc:sldMk cId="0" sldId="263"/>
            <ac:spMk id="182" creationId="{00000000-0000-0000-0000-000000000000}"/>
          </ac:spMkLst>
        </pc:spChg>
      </pc:sldChg>
      <pc:sldChg chg="modSp mod">
        <pc:chgData name="PAMILAGAS, KEVIN S CTR USAF AETC AFIT/LSM" userId="009fbf30-8171-4f28-916c-cb4b56e6ee63" providerId="ADAL" clId="{9A0E3ECB-D206-4065-84E8-E59B9372C035}" dt="2025-07-14T18:34:28.084" v="43" actId="20577"/>
        <pc:sldMkLst>
          <pc:docMk/>
          <pc:sldMk cId="0" sldId="264"/>
        </pc:sldMkLst>
        <pc:spChg chg="mod">
          <ac:chgData name="PAMILAGAS, KEVIN S CTR USAF AETC AFIT/LSM" userId="009fbf30-8171-4f28-916c-cb4b56e6ee63" providerId="ADAL" clId="{9A0E3ECB-D206-4065-84E8-E59B9372C035}" dt="2025-07-14T18:34:28.084" v="43" actId="20577"/>
          <ac:spMkLst>
            <pc:docMk/>
            <pc:sldMk cId="0" sldId="264"/>
            <ac:spMk id="188" creationId="{00000000-0000-0000-0000-000000000000}"/>
          </ac:spMkLst>
        </pc:spChg>
      </pc:sldChg>
      <pc:sldChg chg="modSp mod">
        <pc:chgData name="PAMILAGAS, KEVIN S CTR USAF AETC AFIT/LSM" userId="009fbf30-8171-4f28-916c-cb4b56e6ee63" providerId="ADAL" clId="{9A0E3ECB-D206-4065-84E8-E59B9372C035}" dt="2025-07-14T18:34:37.295" v="63" actId="20577"/>
        <pc:sldMkLst>
          <pc:docMk/>
          <pc:sldMk cId="0" sldId="265"/>
        </pc:sldMkLst>
        <pc:spChg chg="mod">
          <ac:chgData name="PAMILAGAS, KEVIN S CTR USAF AETC AFIT/LSM" userId="009fbf30-8171-4f28-916c-cb4b56e6ee63" providerId="ADAL" clId="{9A0E3ECB-D206-4065-84E8-E59B9372C035}" dt="2025-07-14T18:34:37.295" v="63" actId="20577"/>
          <ac:spMkLst>
            <pc:docMk/>
            <pc:sldMk cId="0" sldId="265"/>
            <ac:spMk id="194" creationId="{00000000-0000-0000-0000-000000000000}"/>
          </ac:spMkLst>
        </pc:spChg>
      </pc:sldChg>
      <pc:sldChg chg="del">
        <pc:chgData name="PAMILAGAS, KEVIN S CTR USAF AETC AFIT/LSM" userId="009fbf30-8171-4f28-916c-cb4b56e6ee63" providerId="ADAL" clId="{9A0E3ECB-D206-4065-84E8-E59B9372C035}" dt="2025-07-14T18:35:08.349" v="68" actId="47"/>
        <pc:sldMkLst>
          <pc:docMk/>
          <pc:sldMk cId="0" sldId="267"/>
        </pc:sldMkLst>
      </pc:sldChg>
      <pc:sldChg chg="add del">
        <pc:chgData name="PAMILAGAS, KEVIN S CTR USAF AETC AFIT/LSM" userId="009fbf30-8171-4f28-916c-cb4b56e6ee63" providerId="ADAL" clId="{9A0E3ECB-D206-4065-84E8-E59B9372C035}" dt="2025-07-14T18:35:04.390" v="67" actId="47"/>
        <pc:sldMkLst>
          <pc:docMk/>
          <pc:sldMk cId="0" sldId="268"/>
        </pc:sldMkLst>
      </pc:sldChg>
      <pc:sldChg chg="del">
        <pc:chgData name="PAMILAGAS, KEVIN S CTR USAF AETC AFIT/LSM" userId="009fbf30-8171-4f28-916c-cb4b56e6ee63" providerId="ADAL" clId="{9A0E3ECB-D206-4065-84E8-E59B9372C035}" dt="2025-07-14T18:34:50.647" v="64" actId="47"/>
        <pc:sldMkLst>
          <pc:docMk/>
          <pc:sldMk cId="0" sldId="269"/>
        </pc:sldMkLst>
      </pc:sldChg>
      <pc:sldChg chg="del">
        <pc:chgData name="PAMILAGAS, KEVIN S CTR USAF AETC AFIT/LSM" userId="009fbf30-8171-4f28-916c-cb4b56e6ee63" providerId="ADAL" clId="{9A0E3ECB-D206-4065-84E8-E59B9372C035}" dt="2025-07-14T18:34:54.361" v="65" actId="47"/>
        <pc:sldMkLst>
          <pc:docMk/>
          <pc:sldMk cId="0" sldId="270"/>
        </pc:sldMkLst>
      </pc:sldChg>
      <pc:sldChg chg="del">
        <pc:chgData name="PAMILAGAS, KEVIN S CTR USAF AETC AFIT/LSM" userId="009fbf30-8171-4f28-916c-cb4b56e6ee63" providerId="ADAL" clId="{9A0E3ECB-D206-4065-84E8-E59B9372C035}" dt="2025-07-14T18:36:20.970" v="73" actId="47"/>
        <pc:sldMkLst>
          <pc:docMk/>
          <pc:sldMk cId="0" sldId="275"/>
        </pc:sldMkLst>
      </pc:sldChg>
      <pc:sldChg chg="del">
        <pc:chgData name="PAMILAGAS, KEVIN S CTR USAF AETC AFIT/LSM" userId="009fbf30-8171-4f28-916c-cb4b56e6ee63" providerId="ADAL" clId="{9A0E3ECB-D206-4065-84E8-E59B9372C035}" dt="2025-07-14T18:36:25.993" v="74" actId="47"/>
        <pc:sldMkLst>
          <pc:docMk/>
          <pc:sldMk cId="0" sldId="276"/>
        </pc:sldMkLst>
      </pc:sldChg>
      <pc:sldChg chg="modSp mod">
        <pc:chgData name="PAMILAGAS, KEVIN S CTR USAF AETC AFIT/LSM" userId="009fbf30-8171-4f28-916c-cb4b56e6ee63" providerId="ADAL" clId="{9A0E3ECB-D206-4065-84E8-E59B9372C035}" dt="2025-07-14T18:35:46.335" v="72" actId="20577"/>
        <pc:sldMkLst>
          <pc:docMk/>
          <pc:sldMk cId="0" sldId="277"/>
        </pc:sldMkLst>
        <pc:spChg chg="mod">
          <ac:chgData name="PAMILAGAS, KEVIN S CTR USAF AETC AFIT/LSM" userId="009fbf30-8171-4f28-916c-cb4b56e6ee63" providerId="ADAL" clId="{9A0E3ECB-D206-4065-84E8-E59B9372C035}" dt="2025-07-14T18:35:46.335" v="72" actId="20577"/>
          <ac:spMkLst>
            <pc:docMk/>
            <pc:sldMk cId="0" sldId="277"/>
            <ac:spMk id="269" creationId="{00000000-0000-0000-0000-000000000000}"/>
          </ac:spMkLst>
        </pc:spChg>
      </pc:sldChg>
      <pc:sldChg chg="modSp mod">
        <pc:chgData name="PAMILAGAS, KEVIN S CTR USAF AETC AFIT/LSM" userId="009fbf30-8171-4f28-916c-cb4b56e6ee63" providerId="ADAL" clId="{9A0E3ECB-D206-4065-84E8-E59B9372C035}" dt="2025-07-14T19:06:33.337" v="429"/>
        <pc:sldMkLst>
          <pc:docMk/>
          <pc:sldMk cId="0" sldId="280"/>
        </pc:sldMkLst>
        <pc:spChg chg="mod">
          <ac:chgData name="PAMILAGAS, KEVIN S CTR USAF AETC AFIT/LSM" userId="009fbf30-8171-4f28-916c-cb4b56e6ee63" providerId="ADAL" clId="{9A0E3ECB-D206-4065-84E8-E59B9372C035}" dt="2025-07-14T19:06:33.337" v="429"/>
          <ac:spMkLst>
            <pc:docMk/>
            <pc:sldMk cId="0" sldId="280"/>
            <ac:spMk id="289" creationId="{00000000-0000-0000-0000-000000000000}"/>
          </ac:spMkLst>
        </pc:spChg>
      </pc:sldChg>
      <pc:sldChg chg="del">
        <pc:chgData name="PAMILAGAS, KEVIN S CTR USAF AETC AFIT/LSM" userId="009fbf30-8171-4f28-916c-cb4b56e6ee63" providerId="ADAL" clId="{9A0E3ECB-D206-4065-84E8-E59B9372C035}" dt="2025-07-14T19:06:44.982" v="430" actId="47"/>
        <pc:sldMkLst>
          <pc:docMk/>
          <pc:sldMk cId="0" sldId="281"/>
        </pc:sldMkLst>
      </pc:sldChg>
      <pc:sldChg chg="del">
        <pc:chgData name="PAMILAGAS, KEVIN S CTR USAF AETC AFIT/LSM" userId="009fbf30-8171-4f28-916c-cb4b56e6ee63" providerId="ADAL" clId="{9A0E3ECB-D206-4065-84E8-E59B9372C035}" dt="2025-07-14T19:07:37.366" v="435" actId="47"/>
        <pc:sldMkLst>
          <pc:docMk/>
          <pc:sldMk cId="0" sldId="282"/>
        </pc:sldMkLst>
      </pc:sldChg>
      <pc:sldChg chg="del">
        <pc:chgData name="PAMILAGAS, KEVIN S CTR USAF AETC AFIT/LSM" userId="009fbf30-8171-4f28-916c-cb4b56e6ee63" providerId="ADAL" clId="{9A0E3ECB-D206-4065-84E8-E59B9372C035}" dt="2025-07-14T19:07:38.514" v="436" actId="47"/>
        <pc:sldMkLst>
          <pc:docMk/>
          <pc:sldMk cId="0" sldId="283"/>
        </pc:sldMkLst>
      </pc:sldChg>
      <pc:sldChg chg="del">
        <pc:chgData name="PAMILAGAS, KEVIN S CTR USAF AETC AFIT/LSM" userId="009fbf30-8171-4f28-916c-cb4b56e6ee63" providerId="ADAL" clId="{9A0E3ECB-D206-4065-84E8-E59B9372C035}" dt="2025-07-14T19:09:08.132" v="445" actId="47"/>
        <pc:sldMkLst>
          <pc:docMk/>
          <pc:sldMk cId="0" sldId="284"/>
        </pc:sldMkLst>
      </pc:sldChg>
      <pc:sldChg chg="del">
        <pc:chgData name="PAMILAGAS, KEVIN S CTR USAF AETC AFIT/LSM" userId="009fbf30-8171-4f28-916c-cb4b56e6ee63" providerId="ADAL" clId="{9A0E3ECB-D206-4065-84E8-E59B9372C035}" dt="2025-07-14T19:11:06.716" v="496" actId="47"/>
        <pc:sldMkLst>
          <pc:docMk/>
          <pc:sldMk cId="0" sldId="285"/>
        </pc:sldMkLst>
      </pc:sldChg>
      <pc:sldChg chg="del">
        <pc:chgData name="PAMILAGAS, KEVIN S CTR USAF AETC AFIT/LSM" userId="009fbf30-8171-4f28-916c-cb4b56e6ee63" providerId="ADAL" clId="{9A0E3ECB-D206-4065-84E8-E59B9372C035}" dt="2025-07-14T19:11:07.642" v="497" actId="47"/>
        <pc:sldMkLst>
          <pc:docMk/>
          <pc:sldMk cId="0" sldId="286"/>
        </pc:sldMkLst>
      </pc:sldChg>
      <pc:sldChg chg="modSp del mod">
        <pc:chgData name="PAMILAGAS, KEVIN S CTR USAF AETC AFIT/LSM" userId="009fbf30-8171-4f28-916c-cb4b56e6ee63" providerId="ADAL" clId="{9A0E3ECB-D206-4065-84E8-E59B9372C035}" dt="2025-07-14T19:12:37.432" v="503" actId="47"/>
        <pc:sldMkLst>
          <pc:docMk/>
          <pc:sldMk cId="0" sldId="288"/>
        </pc:sldMkLst>
      </pc:sldChg>
      <pc:sldChg chg="modSp add del mod">
        <pc:chgData name="PAMILAGAS, KEVIN S CTR USAF AETC AFIT/LSM" userId="009fbf30-8171-4f28-916c-cb4b56e6ee63" providerId="ADAL" clId="{9A0E3ECB-D206-4065-84E8-E59B9372C035}" dt="2025-07-14T19:13:57.135" v="526" actId="20577"/>
        <pc:sldMkLst>
          <pc:docMk/>
          <pc:sldMk cId="0" sldId="289"/>
        </pc:sldMkLst>
        <pc:spChg chg="mod">
          <ac:chgData name="PAMILAGAS, KEVIN S CTR USAF AETC AFIT/LSM" userId="009fbf30-8171-4f28-916c-cb4b56e6ee63" providerId="ADAL" clId="{9A0E3ECB-D206-4065-84E8-E59B9372C035}" dt="2025-07-14T19:13:57.135" v="526" actId="20577"/>
          <ac:spMkLst>
            <pc:docMk/>
            <pc:sldMk cId="0" sldId="289"/>
            <ac:spMk id="345" creationId="{00000000-0000-0000-0000-000000000000}"/>
          </ac:spMkLst>
        </pc:spChg>
      </pc:sldChg>
      <pc:sldChg chg="del">
        <pc:chgData name="PAMILAGAS, KEVIN S CTR USAF AETC AFIT/LSM" userId="009fbf30-8171-4f28-916c-cb4b56e6ee63" providerId="ADAL" clId="{9A0E3ECB-D206-4065-84E8-E59B9372C035}" dt="2025-07-14T19:14:48.642" v="536" actId="47"/>
        <pc:sldMkLst>
          <pc:docMk/>
          <pc:sldMk cId="0" sldId="290"/>
        </pc:sldMkLst>
      </pc:sldChg>
      <pc:sldChg chg="del">
        <pc:chgData name="PAMILAGAS, KEVIN S CTR USAF AETC AFIT/LSM" userId="009fbf30-8171-4f28-916c-cb4b56e6ee63" providerId="ADAL" clId="{9A0E3ECB-D206-4065-84E8-E59B9372C035}" dt="2025-07-14T19:18:03.829" v="600" actId="47"/>
        <pc:sldMkLst>
          <pc:docMk/>
          <pc:sldMk cId="0" sldId="291"/>
        </pc:sldMkLst>
      </pc:sldChg>
      <pc:sldChg chg="del">
        <pc:chgData name="PAMILAGAS, KEVIN S CTR USAF AETC AFIT/LSM" userId="009fbf30-8171-4f28-916c-cb4b56e6ee63" providerId="ADAL" clId="{9A0E3ECB-D206-4065-84E8-E59B9372C035}" dt="2025-07-14T19:21:42.435" v="601" actId="47"/>
        <pc:sldMkLst>
          <pc:docMk/>
          <pc:sldMk cId="0" sldId="292"/>
        </pc:sldMkLst>
      </pc:sldChg>
      <pc:sldChg chg="del">
        <pc:chgData name="PAMILAGAS, KEVIN S CTR USAF AETC AFIT/LSM" userId="009fbf30-8171-4f28-916c-cb4b56e6ee63" providerId="ADAL" clId="{9A0E3ECB-D206-4065-84E8-E59B9372C035}" dt="2025-07-14T19:21:45.978" v="602" actId="47"/>
        <pc:sldMkLst>
          <pc:docMk/>
          <pc:sldMk cId="0" sldId="293"/>
        </pc:sldMkLst>
      </pc:sldChg>
      <pc:sldChg chg="addSp delSp modSp add del mod modNotesTx">
        <pc:chgData name="PAMILAGAS, KEVIN S CTR USAF AETC AFIT/LSM" userId="009fbf30-8171-4f28-916c-cb4b56e6ee63" providerId="ADAL" clId="{9A0E3ECB-D206-4065-84E8-E59B9372C035}" dt="2025-07-14T19:30:36.626" v="810" actId="478"/>
        <pc:sldMkLst>
          <pc:docMk/>
          <pc:sldMk cId="0" sldId="294"/>
        </pc:sldMkLst>
        <pc:spChg chg="add mod">
          <ac:chgData name="PAMILAGAS, KEVIN S CTR USAF AETC AFIT/LSM" userId="009fbf30-8171-4f28-916c-cb4b56e6ee63" providerId="ADAL" clId="{9A0E3ECB-D206-4065-84E8-E59B9372C035}" dt="2025-07-14T19:30:36.626" v="810" actId="478"/>
          <ac:spMkLst>
            <pc:docMk/>
            <pc:sldMk cId="0" sldId="294"/>
            <ac:spMk id="7" creationId="{529CA58D-53FF-9040-18F4-F40BA31E18DD}"/>
          </ac:spMkLst>
        </pc:spChg>
        <pc:graphicFrameChg chg="add mod modGraphic">
          <ac:chgData name="PAMILAGAS, KEVIN S CTR USAF AETC AFIT/LSM" userId="009fbf30-8171-4f28-916c-cb4b56e6ee63" providerId="ADAL" clId="{9A0E3ECB-D206-4065-84E8-E59B9372C035}" dt="2025-07-14T19:29:33.124" v="802" actId="20577"/>
          <ac:graphicFrameMkLst>
            <pc:docMk/>
            <pc:sldMk cId="0" sldId="294"/>
            <ac:graphicFrameMk id="4" creationId="{B0F5546B-B18D-86D7-0A4F-14DA0DD95B83}"/>
          </ac:graphicFrameMkLst>
        </pc:graphicFrameChg>
      </pc:sldChg>
      <pc:sldChg chg="mod modShow">
        <pc:chgData name="PAMILAGAS, KEVIN S CTR USAF AETC AFIT/LSM" userId="009fbf30-8171-4f28-916c-cb4b56e6ee63" providerId="ADAL" clId="{9A0E3ECB-D206-4065-84E8-E59B9372C035}" dt="2025-07-14T18:57:25.484" v="192" actId="729"/>
        <pc:sldMkLst>
          <pc:docMk/>
          <pc:sldMk cId="0" sldId="295"/>
        </pc:sldMkLst>
      </pc:sldChg>
      <pc:sldChg chg="mod modShow">
        <pc:chgData name="PAMILAGAS, KEVIN S CTR USAF AETC AFIT/LSM" userId="009fbf30-8171-4f28-916c-cb4b56e6ee63" providerId="ADAL" clId="{9A0E3ECB-D206-4065-84E8-E59B9372C035}" dt="2025-07-14T19:11:32.159" v="498" actId="729"/>
        <pc:sldMkLst>
          <pc:docMk/>
          <pc:sldMk cId="0" sldId="296"/>
        </pc:sldMkLst>
      </pc:sldChg>
      <pc:sldChg chg="modSp modNotes">
        <pc:chgData name="PAMILAGAS, KEVIN S CTR USAF AETC AFIT/LSM" userId="009fbf30-8171-4f28-916c-cb4b56e6ee63" providerId="ADAL" clId="{9A0E3ECB-D206-4065-84E8-E59B9372C035}" dt="2025-07-22T18:23:40.232" v="1012" actId="20577"/>
        <pc:sldMkLst>
          <pc:docMk/>
          <pc:sldMk cId="0" sldId="298"/>
        </pc:sldMkLst>
        <pc:spChg chg="mod">
          <ac:chgData name="PAMILAGAS, KEVIN S CTR USAF AETC AFIT/LSM" userId="009fbf30-8171-4f28-916c-cb4b56e6ee63" providerId="ADAL" clId="{9A0E3ECB-D206-4065-84E8-E59B9372C035}" dt="2025-07-22T18:23:40.232" v="1012" actId="20577"/>
          <ac:spMkLst>
            <pc:docMk/>
            <pc:sldMk cId="0" sldId="298"/>
            <ac:spMk id="399" creationId="{00000000-0000-0000-0000-000000000000}"/>
          </ac:spMkLst>
        </pc:spChg>
      </pc:sldChg>
      <pc:sldChg chg="modSp mod">
        <pc:chgData name="PAMILAGAS, KEVIN S CTR USAF AETC AFIT/LSM" userId="009fbf30-8171-4f28-916c-cb4b56e6ee63" providerId="ADAL" clId="{9A0E3ECB-D206-4065-84E8-E59B9372C035}" dt="2025-07-22T18:23:31.425" v="991" actId="113"/>
        <pc:sldMkLst>
          <pc:docMk/>
          <pc:sldMk cId="0" sldId="299"/>
        </pc:sldMkLst>
        <pc:spChg chg="mod">
          <ac:chgData name="PAMILAGAS, KEVIN S CTR USAF AETC AFIT/LSM" userId="009fbf30-8171-4f28-916c-cb4b56e6ee63" providerId="ADAL" clId="{9A0E3ECB-D206-4065-84E8-E59B9372C035}" dt="2025-07-22T18:23:31.425" v="991" actId="113"/>
          <ac:spMkLst>
            <pc:docMk/>
            <pc:sldMk cId="0" sldId="299"/>
            <ac:spMk id="405" creationId="{00000000-0000-0000-0000-000000000000}"/>
          </ac:spMkLst>
        </pc:spChg>
      </pc:sldChg>
      <pc:sldChg chg="modSp mod">
        <pc:chgData name="PAMILAGAS, KEVIN S CTR USAF AETC AFIT/LSM" userId="009fbf30-8171-4f28-916c-cb4b56e6ee63" providerId="ADAL" clId="{9A0E3ECB-D206-4065-84E8-E59B9372C035}" dt="2025-07-14T19:36:30.257" v="840"/>
        <pc:sldMkLst>
          <pc:docMk/>
          <pc:sldMk cId="0" sldId="305"/>
        </pc:sldMkLst>
        <pc:spChg chg="mod">
          <ac:chgData name="PAMILAGAS, KEVIN S CTR USAF AETC AFIT/LSM" userId="009fbf30-8171-4f28-916c-cb4b56e6ee63" providerId="ADAL" clId="{9A0E3ECB-D206-4065-84E8-E59B9372C035}" dt="2025-07-14T19:36:30.257" v="840"/>
          <ac:spMkLst>
            <pc:docMk/>
            <pc:sldMk cId="0" sldId="305"/>
            <ac:spMk id="440" creationId="{00000000-0000-0000-0000-000000000000}"/>
          </ac:spMkLst>
        </pc:spChg>
      </pc:sldChg>
      <pc:sldChg chg="modSp mod">
        <pc:chgData name="PAMILAGAS, KEVIN S CTR USAF AETC AFIT/LSM" userId="009fbf30-8171-4f28-916c-cb4b56e6ee63" providerId="ADAL" clId="{9A0E3ECB-D206-4065-84E8-E59B9372C035}" dt="2025-07-14T19:36:34.384" v="841"/>
        <pc:sldMkLst>
          <pc:docMk/>
          <pc:sldMk cId="0" sldId="306"/>
        </pc:sldMkLst>
        <pc:spChg chg="mod">
          <ac:chgData name="PAMILAGAS, KEVIN S CTR USAF AETC AFIT/LSM" userId="009fbf30-8171-4f28-916c-cb4b56e6ee63" providerId="ADAL" clId="{9A0E3ECB-D206-4065-84E8-E59B9372C035}" dt="2025-07-14T19:36:34.384" v="841"/>
          <ac:spMkLst>
            <pc:docMk/>
            <pc:sldMk cId="0" sldId="306"/>
            <ac:spMk id="446" creationId="{00000000-0000-0000-0000-000000000000}"/>
          </ac:spMkLst>
        </pc:spChg>
      </pc:sldChg>
      <pc:sldChg chg="modSp mod">
        <pc:chgData name="PAMILAGAS, KEVIN S CTR USAF AETC AFIT/LSM" userId="009fbf30-8171-4f28-916c-cb4b56e6ee63" providerId="ADAL" clId="{9A0E3ECB-D206-4065-84E8-E59B9372C035}" dt="2025-07-14T19:36:39.519" v="842"/>
        <pc:sldMkLst>
          <pc:docMk/>
          <pc:sldMk cId="0" sldId="307"/>
        </pc:sldMkLst>
        <pc:spChg chg="mod">
          <ac:chgData name="PAMILAGAS, KEVIN S CTR USAF AETC AFIT/LSM" userId="009fbf30-8171-4f28-916c-cb4b56e6ee63" providerId="ADAL" clId="{9A0E3ECB-D206-4065-84E8-E59B9372C035}" dt="2025-07-14T19:36:39.519" v="842"/>
          <ac:spMkLst>
            <pc:docMk/>
            <pc:sldMk cId="0" sldId="307"/>
            <ac:spMk id="452" creationId="{00000000-0000-0000-0000-000000000000}"/>
          </ac:spMkLst>
        </pc:spChg>
      </pc:sldChg>
      <pc:sldChg chg="modSp mod">
        <pc:chgData name="PAMILAGAS, KEVIN S CTR USAF AETC AFIT/LSM" userId="009fbf30-8171-4f28-916c-cb4b56e6ee63" providerId="ADAL" clId="{9A0E3ECB-D206-4065-84E8-E59B9372C035}" dt="2025-07-14T19:36:44.489" v="843"/>
        <pc:sldMkLst>
          <pc:docMk/>
          <pc:sldMk cId="0" sldId="308"/>
        </pc:sldMkLst>
        <pc:spChg chg="mod">
          <ac:chgData name="PAMILAGAS, KEVIN S CTR USAF AETC AFIT/LSM" userId="009fbf30-8171-4f28-916c-cb4b56e6ee63" providerId="ADAL" clId="{9A0E3ECB-D206-4065-84E8-E59B9372C035}" dt="2025-07-14T19:36:44.489" v="843"/>
          <ac:spMkLst>
            <pc:docMk/>
            <pc:sldMk cId="0" sldId="308"/>
            <ac:spMk id="458" creationId="{00000000-0000-0000-0000-000000000000}"/>
          </ac:spMkLst>
        </pc:spChg>
      </pc:sldChg>
      <pc:sldChg chg="modSp mod">
        <pc:chgData name="PAMILAGAS, KEVIN S CTR USAF AETC AFIT/LSM" userId="009fbf30-8171-4f28-916c-cb4b56e6ee63" providerId="ADAL" clId="{9A0E3ECB-D206-4065-84E8-E59B9372C035}" dt="2025-07-14T19:36:49.349" v="844"/>
        <pc:sldMkLst>
          <pc:docMk/>
          <pc:sldMk cId="0" sldId="309"/>
        </pc:sldMkLst>
        <pc:spChg chg="mod">
          <ac:chgData name="PAMILAGAS, KEVIN S CTR USAF AETC AFIT/LSM" userId="009fbf30-8171-4f28-916c-cb4b56e6ee63" providerId="ADAL" clId="{9A0E3ECB-D206-4065-84E8-E59B9372C035}" dt="2025-07-14T19:36:49.349" v="844"/>
          <ac:spMkLst>
            <pc:docMk/>
            <pc:sldMk cId="0" sldId="309"/>
            <ac:spMk id="464" creationId="{00000000-0000-0000-0000-000000000000}"/>
          </ac:spMkLst>
        </pc:spChg>
      </pc:sldChg>
      <pc:sldChg chg="modSp mod">
        <pc:chgData name="PAMILAGAS, KEVIN S CTR USAF AETC AFIT/LSM" userId="009fbf30-8171-4f28-916c-cb4b56e6ee63" providerId="ADAL" clId="{9A0E3ECB-D206-4065-84E8-E59B9372C035}" dt="2025-07-14T19:36:53.534" v="845"/>
        <pc:sldMkLst>
          <pc:docMk/>
          <pc:sldMk cId="0" sldId="310"/>
        </pc:sldMkLst>
        <pc:spChg chg="mod">
          <ac:chgData name="PAMILAGAS, KEVIN S CTR USAF AETC AFIT/LSM" userId="009fbf30-8171-4f28-916c-cb4b56e6ee63" providerId="ADAL" clId="{9A0E3ECB-D206-4065-84E8-E59B9372C035}" dt="2025-07-14T19:36:53.534" v="845"/>
          <ac:spMkLst>
            <pc:docMk/>
            <pc:sldMk cId="0" sldId="310"/>
            <ac:spMk id="470" creationId="{00000000-0000-0000-0000-000000000000}"/>
          </ac:spMkLst>
        </pc:spChg>
      </pc:sldChg>
      <pc:sldChg chg="modSp mod">
        <pc:chgData name="PAMILAGAS, KEVIN S CTR USAF AETC AFIT/LSM" userId="009fbf30-8171-4f28-916c-cb4b56e6ee63" providerId="ADAL" clId="{9A0E3ECB-D206-4065-84E8-E59B9372C035}" dt="2025-07-14T19:37:03.475" v="846"/>
        <pc:sldMkLst>
          <pc:docMk/>
          <pc:sldMk cId="0" sldId="311"/>
        </pc:sldMkLst>
        <pc:spChg chg="mod">
          <ac:chgData name="PAMILAGAS, KEVIN S CTR USAF AETC AFIT/LSM" userId="009fbf30-8171-4f28-916c-cb4b56e6ee63" providerId="ADAL" clId="{9A0E3ECB-D206-4065-84E8-E59B9372C035}" dt="2025-07-14T19:37:03.475" v="846"/>
          <ac:spMkLst>
            <pc:docMk/>
            <pc:sldMk cId="0" sldId="311"/>
            <ac:spMk id="476" creationId="{00000000-0000-0000-0000-000000000000}"/>
          </ac:spMkLst>
        </pc:spChg>
      </pc:sldChg>
      <pc:sldChg chg="modSp mod">
        <pc:chgData name="PAMILAGAS, KEVIN S CTR USAF AETC AFIT/LSM" userId="009fbf30-8171-4f28-916c-cb4b56e6ee63" providerId="ADAL" clId="{9A0E3ECB-D206-4065-84E8-E59B9372C035}" dt="2025-07-14T19:37:07.915" v="847"/>
        <pc:sldMkLst>
          <pc:docMk/>
          <pc:sldMk cId="0" sldId="312"/>
        </pc:sldMkLst>
        <pc:spChg chg="mod">
          <ac:chgData name="PAMILAGAS, KEVIN S CTR USAF AETC AFIT/LSM" userId="009fbf30-8171-4f28-916c-cb4b56e6ee63" providerId="ADAL" clId="{9A0E3ECB-D206-4065-84E8-E59B9372C035}" dt="2025-07-14T19:37:07.915" v="847"/>
          <ac:spMkLst>
            <pc:docMk/>
            <pc:sldMk cId="0" sldId="312"/>
            <ac:spMk id="482" creationId="{00000000-0000-0000-0000-000000000000}"/>
          </ac:spMkLst>
        </pc:spChg>
      </pc:sldChg>
      <pc:sldChg chg="modSp mod">
        <pc:chgData name="PAMILAGAS, KEVIN S CTR USAF AETC AFIT/LSM" userId="009fbf30-8171-4f28-916c-cb4b56e6ee63" providerId="ADAL" clId="{9A0E3ECB-D206-4065-84E8-E59B9372C035}" dt="2025-07-14T19:37:12.214" v="848"/>
        <pc:sldMkLst>
          <pc:docMk/>
          <pc:sldMk cId="0" sldId="313"/>
        </pc:sldMkLst>
        <pc:spChg chg="mod">
          <ac:chgData name="PAMILAGAS, KEVIN S CTR USAF AETC AFIT/LSM" userId="009fbf30-8171-4f28-916c-cb4b56e6ee63" providerId="ADAL" clId="{9A0E3ECB-D206-4065-84E8-E59B9372C035}" dt="2025-07-14T19:37:12.214" v="848"/>
          <ac:spMkLst>
            <pc:docMk/>
            <pc:sldMk cId="0" sldId="313"/>
            <ac:spMk id="488" creationId="{00000000-0000-0000-0000-000000000000}"/>
          </ac:spMkLst>
        </pc:spChg>
      </pc:sldChg>
      <pc:sldChg chg="modSp mod">
        <pc:chgData name="PAMILAGAS, KEVIN S CTR USAF AETC AFIT/LSM" userId="009fbf30-8171-4f28-916c-cb4b56e6ee63" providerId="ADAL" clId="{9A0E3ECB-D206-4065-84E8-E59B9372C035}" dt="2025-07-14T19:37:18.759" v="849"/>
        <pc:sldMkLst>
          <pc:docMk/>
          <pc:sldMk cId="0" sldId="314"/>
        </pc:sldMkLst>
        <pc:spChg chg="mod">
          <ac:chgData name="PAMILAGAS, KEVIN S CTR USAF AETC AFIT/LSM" userId="009fbf30-8171-4f28-916c-cb4b56e6ee63" providerId="ADAL" clId="{9A0E3ECB-D206-4065-84E8-E59B9372C035}" dt="2025-07-14T19:37:18.759" v="849"/>
          <ac:spMkLst>
            <pc:docMk/>
            <pc:sldMk cId="0" sldId="314"/>
            <ac:spMk id="494" creationId="{00000000-0000-0000-0000-000000000000}"/>
          </ac:spMkLst>
        </pc:spChg>
      </pc:sldChg>
      <pc:sldChg chg="modSp mod">
        <pc:chgData name="PAMILAGAS, KEVIN S CTR USAF AETC AFIT/LSM" userId="009fbf30-8171-4f28-916c-cb4b56e6ee63" providerId="ADAL" clId="{9A0E3ECB-D206-4065-84E8-E59B9372C035}" dt="2025-07-14T19:37:23.464" v="850"/>
        <pc:sldMkLst>
          <pc:docMk/>
          <pc:sldMk cId="0" sldId="315"/>
        </pc:sldMkLst>
        <pc:spChg chg="mod">
          <ac:chgData name="PAMILAGAS, KEVIN S CTR USAF AETC AFIT/LSM" userId="009fbf30-8171-4f28-916c-cb4b56e6ee63" providerId="ADAL" clId="{9A0E3ECB-D206-4065-84E8-E59B9372C035}" dt="2025-07-14T19:37:23.464" v="850"/>
          <ac:spMkLst>
            <pc:docMk/>
            <pc:sldMk cId="0" sldId="315"/>
            <ac:spMk id="500" creationId="{00000000-0000-0000-0000-000000000000}"/>
          </ac:spMkLst>
        </pc:spChg>
      </pc:sldChg>
      <pc:sldChg chg="modSp mod">
        <pc:chgData name="PAMILAGAS, KEVIN S CTR USAF AETC AFIT/LSM" userId="009fbf30-8171-4f28-916c-cb4b56e6ee63" providerId="ADAL" clId="{9A0E3ECB-D206-4065-84E8-E59B9372C035}" dt="2025-07-14T19:37:27.624" v="851"/>
        <pc:sldMkLst>
          <pc:docMk/>
          <pc:sldMk cId="0" sldId="316"/>
        </pc:sldMkLst>
        <pc:spChg chg="mod">
          <ac:chgData name="PAMILAGAS, KEVIN S CTR USAF AETC AFIT/LSM" userId="009fbf30-8171-4f28-916c-cb4b56e6ee63" providerId="ADAL" clId="{9A0E3ECB-D206-4065-84E8-E59B9372C035}" dt="2025-07-14T19:37:27.624" v="851"/>
          <ac:spMkLst>
            <pc:docMk/>
            <pc:sldMk cId="0" sldId="316"/>
            <ac:spMk id="506" creationId="{00000000-0000-0000-0000-000000000000}"/>
          </ac:spMkLst>
        </pc:spChg>
      </pc:sldChg>
      <pc:sldChg chg="modSp mod">
        <pc:chgData name="PAMILAGAS, KEVIN S CTR USAF AETC AFIT/LSM" userId="009fbf30-8171-4f28-916c-cb4b56e6ee63" providerId="ADAL" clId="{9A0E3ECB-D206-4065-84E8-E59B9372C035}" dt="2025-07-14T19:37:32.010" v="852"/>
        <pc:sldMkLst>
          <pc:docMk/>
          <pc:sldMk cId="0" sldId="317"/>
        </pc:sldMkLst>
        <pc:spChg chg="mod">
          <ac:chgData name="PAMILAGAS, KEVIN S CTR USAF AETC AFIT/LSM" userId="009fbf30-8171-4f28-916c-cb4b56e6ee63" providerId="ADAL" clId="{9A0E3ECB-D206-4065-84E8-E59B9372C035}" dt="2025-07-14T19:37:32.010" v="852"/>
          <ac:spMkLst>
            <pc:docMk/>
            <pc:sldMk cId="0" sldId="317"/>
            <ac:spMk id="512" creationId="{00000000-0000-0000-0000-000000000000}"/>
          </ac:spMkLst>
        </pc:spChg>
      </pc:sldChg>
      <pc:sldChg chg="modSp mod">
        <pc:chgData name="PAMILAGAS, KEVIN S CTR USAF AETC AFIT/LSM" userId="009fbf30-8171-4f28-916c-cb4b56e6ee63" providerId="ADAL" clId="{9A0E3ECB-D206-4065-84E8-E59B9372C035}" dt="2025-07-14T19:37:35.810" v="853"/>
        <pc:sldMkLst>
          <pc:docMk/>
          <pc:sldMk cId="0" sldId="318"/>
        </pc:sldMkLst>
        <pc:spChg chg="mod">
          <ac:chgData name="PAMILAGAS, KEVIN S CTR USAF AETC AFIT/LSM" userId="009fbf30-8171-4f28-916c-cb4b56e6ee63" providerId="ADAL" clId="{9A0E3ECB-D206-4065-84E8-E59B9372C035}" dt="2025-07-14T19:37:35.810" v="853"/>
          <ac:spMkLst>
            <pc:docMk/>
            <pc:sldMk cId="0" sldId="318"/>
            <ac:spMk id="518" creationId="{00000000-0000-0000-0000-000000000000}"/>
          </ac:spMkLst>
        </pc:spChg>
      </pc:sldChg>
      <pc:sldChg chg="modSp mod">
        <pc:chgData name="PAMILAGAS, KEVIN S CTR USAF AETC AFIT/LSM" userId="009fbf30-8171-4f28-916c-cb4b56e6ee63" providerId="ADAL" clId="{9A0E3ECB-D206-4065-84E8-E59B9372C035}" dt="2025-07-14T19:37:39.998" v="854"/>
        <pc:sldMkLst>
          <pc:docMk/>
          <pc:sldMk cId="0" sldId="319"/>
        </pc:sldMkLst>
        <pc:spChg chg="mod">
          <ac:chgData name="PAMILAGAS, KEVIN S CTR USAF AETC AFIT/LSM" userId="009fbf30-8171-4f28-916c-cb4b56e6ee63" providerId="ADAL" clId="{9A0E3ECB-D206-4065-84E8-E59B9372C035}" dt="2025-07-14T19:37:39.998" v="854"/>
          <ac:spMkLst>
            <pc:docMk/>
            <pc:sldMk cId="0" sldId="319"/>
            <ac:spMk id="524" creationId="{00000000-0000-0000-0000-000000000000}"/>
          </ac:spMkLst>
        </pc:spChg>
      </pc:sldChg>
      <pc:sldChg chg="modSp mod">
        <pc:chgData name="PAMILAGAS, KEVIN S CTR USAF AETC AFIT/LSM" userId="009fbf30-8171-4f28-916c-cb4b56e6ee63" providerId="ADAL" clId="{9A0E3ECB-D206-4065-84E8-E59B9372C035}" dt="2025-07-14T19:39:09.340" v="923" actId="20577"/>
        <pc:sldMkLst>
          <pc:docMk/>
          <pc:sldMk cId="0" sldId="320"/>
        </pc:sldMkLst>
        <pc:spChg chg="mod">
          <ac:chgData name="PAMILAGAS, KEVIN S CTR USAF AETC AFIT/LSM" userId="009fbf30-8171-4f28-916c-cb4b56e6ee63" providerId="ADAL" clId="{9A0E3ECB-D206-4065-84E8-E59B9372C035}" dt="2025-07-14T19:37:44.672" v="855"/>
          <ac:spMkLst>
            <pc:docMk/>
            <pc:sldMk cId="0" sldId="320"/>
            <ac:spMk id="530" creationId="{00000000-0000-0000-0000-000000000000}"/>
          </ac:spMkLst>
        </pc:spChg>
        <pc:spChg chg="mod">
          <ac:chgData name="PAMILAGAS, KEVIN S CTR USAF AETC AFIT/LSM" userId="009fbf30-8171-4f28-916c-cb4b56e6ee63" providerId="ADAL" clId="{9A0E3ECB-D206-4065-84E8-E59B9372C035}" dt="2025-07-14T19:39:09.340" v="923" actId="20577"/>
          <ac:spMkLst>
            <pc:docMk/>
            <pc:sldMk cId="0" sldId="320"/>
            <ac:spMk id="531" creationId="{00000000-0000-0000-0000-000000000000}"/>
          </ac:spMkLst>
        </pc:spChg>
      </pc:sldChg>
      <pc:sldChg chg="modSp mod">
        <pc:chgData name="PAMILAGAS, KEVIN S CTR USAF AETC AFIT/LSM" userId="009fbf30-8171-4f28-916c-cb4b56e6ee63" providerId="ADAL" clId="{9A0E3ECB-D206-4065-84E8-E59B9372C035}" dt="2025-07-14T19:43:53.584" v="980" actId="20577"/>
        <pc:sldMkLst>
          <pc:docMk/>
          <pc:sldMk cId="0" sldId="321"/>
        </pc:sldMkLst>
        <pc:spChg chg="mod">
          <ac:chgData name="PAMILAGAS, KEVIN S CTR USAF AETC AFIT/LSM" userId="009fbf30-8171-4f28-916c-cb4b56e6ee63" providerId="ADAL" clId="{9A0E3ECB-D206-4065-84E8-E59B9372C035}" dt="2025-07-14T19:37:49.357" v="856"/>
          <ac:spMkLst>
            <pc:docMk/>
            <pc:sldMk cId="0" sldId="321"/>
            <ac:spMk id="538" creationId="{00000000-0000-0000-0000-000000000000}"/>
          </ac:spMkLst>
        </pc:spChg>
        <pc:graphicFrameChg chg="mod modGraphic">
          <ac:chgData name="PAMILAGAS, KEVIN S CTR USAF AETC AFIT/LSM" userId="009fbf30-8171-4f28-916c-cb4b56e6ee63" providerId="ADAL" clId="{9A0E3ECB-D206-4065-84E8-E59B9372C035}" dt="2025-07-14T19:43:53.584" v="980" actId="20577"/>
          <ac:graphicFrameMkLst>
            <pc:docMk/>
            <pc:sldMk cId="0" sldId="321"/>
            <ac:graphicFrameMk id="540" creationId="{00000000-0000-0000-0000-000000000000}"/>
          </ac:graphicFrameMkLst>
        </pc:graphicFrameChg>
      </pc:sldChg>
      <pc:sldChg chg="modSp mod">
        <pc:chgData name="PAMILAGAS, KEVIN S CTR USAF AETC AFIT/LSM" userId="009fbf30-8171-4f28-916c-cb4b56e6ee63" providerId="ADAL" clId="{9A0E3ECB-D206-4065-84E8-E59B9372C035}" dt="2025-07-14T19:43:42.396" v="977" actId="20577"/>
        <pc:sldMkLst>
          <pc:docMk/>
          <pc:sldMk cId="0" sldId="322"/>
        </pc:sldMkLst>
        <pc:spChg chg="mod">
          <ac:chgData name="PAMILAGAS, KEVIN S CTR USAF AETC AFIT/LSM" userId="009fbf30-8171-4f28-916c-cb4b56e6ee63" providerId="ADAL" clId="{9A0E3ECB-D206-4065-84E8-E59B9372C035}" dt="2025-07-14T19:37:54.754" v="857"/>
          <ac:spMkLst>
            <pc:docMk/>
            <pc:sldMk cId="0" sldId="322"/>
            <ac:spMk id="545" creationId="{00000000-0000-0000-0000-000000000000}"/>
          </ac:spMkLst>
        </pc:spChg>
        <pc:graphicFrameChg chg="mod">
          <ac:chgData name="PAMILAGAS, KEVIN S CTR USAF AETC AFIT/LSM" userId="009fbf30-8171-4f28-916c-cb4b56e6ee63" providerId="ADAL" clId="{9A0E3ECB-D206-4065-84E8-E59B9372C035}" dt="2025-07-14T19:43:42.396" v="977" actId="20577"/>
          <ac:graphicFrameMkLst>
            <pc:docMk/>
            <pc:sldMk cId="0" sldId="322"/>
            <ac:graphicFrameMk id="547" creationId="{00000000-0000-0000-0000-000000000000}"/>
          </ac:graphicFrameMkLst>
        </pc:graphicFrameChg>
      </pc:sldChg>
      <pc:sldChg chg="modSp mod">
        <pc:chgData name="PAMILAGAS, KEVIN S CTR USAF AETC AFIT/LSM" userId="009fbf30-8171-4f28-916c-cb4b56e6ee63" providerId="ADAL" clId="{9A0E3ECB-D206-4065-84E8-E59B9372C035}" dt="2025-07-14T19:43:34.740" v="971"/>
        <pc:sldMkLst>
          <pc:docMk/>
          <pc:sldMk cId="0" sldId="323"/>
        </pc:sldMkLst>
        <pc:spChg chg="mod">
          <ac:chgData name="PAMILAGAS, KEVIN S CTR USAF AETC AFIT/LSM" userId="009fbf30-8171-4f28-916c-cb4b56e6ee63" providerId="ADAL" clId="{9A0E3ECB-D206-4065-84E8-E59B9372C035}" dt="2025-07-14T19:37:59.056" v="858"/>
          <ac:spMkLst>
            <pc:docMk/>
            <pc:sldMk cId="0" sldId="323"/>
            <ac:spMk id="552" creationId="{00000000-0000-0000-0000-000000000000}"/>
          </ac:spMkLst>
        </pc:spChg>
        <pc:spChg chg="mod">
          <ac:chgData name="PAMILAGAS, KEVIN S CTR USAF AETC AFIT/LSM" userId="009fbf30-8171-4f28-916c-cb4b56e6ee63" providerId="ADAL" clId="{9A0E3ECB-D206-4065-84E8-E59B9372C035}" dt="2025-07-14T19:41:35.904" v="953"/>
          <ac:spMkLst>
            <pc:docMk/>
            <pc:sldMk cId="0" sldId="323"/>
            <ac:spMk id="555" creationId="{00000000-0000-0000-0000-000000000000}"/>
          </ac:spMkLst>
        </pc:spChg>
        <pc:graphicFrameChg chg="mod">
          <ac:chgData name="PAMILAGAS, KEVIN S CTR USAF AETC AFIT/LSM" userId="009fbf30-8171-4f28-916c-cb4b56e6ee63" providerId="ADAL" clId="{9A0E3ECB-D206-4065-84E8-E59B9372C035}" dt="2025-07-14T19:43:34.740" v="971"/>
          <ac:graphicFrameMkLst>
            <pc:docMk/>
            <pc:sldMk cId="0" sldId="323"/>
            <ac:graphicFrameMk id="554" creationId="{00000000-0000-0000-0000-000000000000}"/>
          </ac:graphicFrameMkLst>
        </pc:graphicFrameChg>
      </pc:sldChg>
      <pc:sldChg chg="modSp mod">
        <pc:chgData name="PAMILAGAS, KEVIN S CTR USAF AETC AFIT/LSM" userId="009fbf30-8171-4f28-916c-cb4b56e6ee63" providerId="ADAL" clId="{9A0E3ECB-D206-4065-84E8-E59B9372C035}" dt="2025-07-14T19:43:02.879" v="967" actId="121"/>
        <pc:sldMkLst>
          <pc:docMk/>
          <pc:sldMk cId="0" sldId="324"/>
        </pc:sldMkLst>
        <pc:spChg chg="mod">
          <ac:chgData name="PAMILAGAS, KEVIN S CTR USAF AETC AFIT/LSM" userId="009fbf30-8171-4f28-916c-cb4b56e6ee63" providerId="ADAL" clId="{9A0E3ECB-D206-4065-84E8-E59B9372C035}" dt="2025-07-14T19:38:03.664" v="859"/>
          <ac:spMkLst>
            <pc:docMk/>
            <pc:sldMk cId="0" sldId="324"/>
            <ac:spMk id="560" creationId="{00000000-0000-0000-0000-000000000000}"/>
          </ac:spMkLst>
        </pc:spChg>
        <pc:spChg chg="mod">
          <ac:chgData name="PAMILAGAS, KEVIN S CTR USAF AETC AFIT/LSM" userId="009fbf30-8171-4f28-916c-cb4b56e6ee63" providerId="ADAL" clId="{9A0E3ECB-D206-4065-84E8-E59B9372C035}" dt="2025-07-14T19:41:27.529" v="952" actId="6549"/>
          <ac:spMkLst>
            <pc:docMk/>
            <pc:sldMk cId="0" sldId="324"/>
            <ac:spMk id="563" creationId="{00000000-0000-0000-0000-000000000000}"/>
          </ac:spMkLst>
        </pc:spChg>
        <pc:graphicFrameChg chg="mod">
          <ac:chgData name="PAMILAGAS, KEVIN S CTR USAF AETC AFIT/LSM" userId="009fbf30-8171-4f28-916c-cb4b56e6ee63" providerId="ADAL" clId="{9A0E3ECB-D206-4065-84E8-E59B9372C035}" dt="2025-07-14T19:43:02.879" v="967" actId="121"/>
          <ac:graphicFrameMkLst>
            <pc:docMk/>
            <pc:sldMk cId="0" sldId="324"/>
            <ac:graphicFrameMk id="562" creationId="{00000000-0000-0000-0000-000000000000}"/>
          </ac:graphicFrameMkLst>
        </pc:graphicFrameChg>
      </pc:sldChg>
      <pc:sldChg chg="modSp mod">
        <pc:chgData name="PAMILAGAS, KEVIN S CTR USAF AETC AFIT/LSM" userId="009fbf30-8171-4f28-916c-cb4b56e6ee63" providerId="ADAL" clId="{9A0E3ECB-D206-4065-84E8-E59B9372C035}" dt="2025-07-14T19:44:09.692" v="981"/>
        <pc:sldMkLst>
          <pc:docMk/>
          <pc:sldMk cId="0" sldId="325"/>
        </pc:sldMkLst>
        <pc:spChg chg="mod">
          <ac:chgData name="PAMILAGAS, KEVIN S CTR USAF AETC AFIT/LSM" userId="009fbf30-8171-4f28-916c-cb4b56e6ee63" providerId="ADAL" clId="{9A0E3ECB-D206-4065-84E8-E59B9372C035}" dt="2025-07-14T19:38:08.244" v="860"/>
          <ac:spMkLst>
            <pc:docMk/>
            <pc:sldMk cId="0" sldId="325"/>
            <ac:spMk id="568" creationId="{00000000-0000-0000-0000-000000000000}"/>
          </ac:spMkLst>
        </pc:spChg>
        <pc:spChg chg="mod">
          <ac:chgData name="PAMILAGAS, KEVIN S CTR USAF AETC AFIT/LSM" userId="009fbf30-8171-4f28-916c-cb4b56e6ee63" providerId="ADAL" clId="{9A0E3ECB-D206-4065-84E8-E59B9372C035}" dt="2025-07-14T19:44:09.692" v="981"/>
          <ac:spMkLst>
            <pc:docMk/>
            <pc:sldMk cId="0" sldId="325"/>
            <ac:spMk id="571" creationId="{00000000-0000-0000-0000-000000000000}"/>
          </ac:spMkLst>
        </pc:spChg>
        <pc:graphicFrameChg chg="mod">
          <ac:chgData name="PAMILAGAS, KEVIN S CTR USAF AETC AFIT/LSM" userId="009fbf30-8171-4f28-916c-cb4b56e6ee63" providerId="ADAL" clId="{9A0E3ECB-D206-4065-84E8-E59B9372C035}" dt="2025-07-14T19:43:27.294" v="970" actId="121"/>
          <ac:graphicFrameMkLst>
            <pc:docMk/>
            <pc:sldMk cId="0" sldId="325"/>
            <ac:graphicFrameMk id="570" creationId="{00000000-0000-0000-0000-000000000000}"/>
          </ac:graphicFrameMkLst>
        </pc:graphicFrameChg>
      </pc:sldChg>
      <pc:sldChg chg="modSp mod">
        <pc:chgData name="PAMILAGAS, KEVIN S CTR USAF AETC AFIT/LSM" userId="009fbf30-8171-4f28-916c-cb4b56e6ee63" providerId="ADAL" clId="{9A0E3ECB-D206-4065-84E8-E59B9372C035}" dt="2025-07-14T19:44:42.520" v="982"/>
        <pc:sldMkLst>
          <pc:docMk/>
          <pc:sldMk cId="0" sldId="326"/>
        </pc:sldMkLst>
        <pc:spChg chg="mod">
          <ac:chgData name="PAMILAGAS, KEVIN S CTR USAF AETC AFIT/LSM" userId="009fbf30-8171-4f28-916c-cb4b56e6ee63" providerId="ADAL" clId="{9A0E3ECB-D206-4065-84E8-E59B9372C035}" dt="2025-07-14T19:38:18.360" v="861"/>
          <ac:spMkLst>
            <pc:docMk/>
            <pc:sldMk cId="0" sldId="326"/>
            <ac:spMk id="576" creationId="{00000000-0000-0000-0000-000000000000}"/>
          </ac:spMkLst>
        </pc:spChg>
        <pc:graphicFrameChg chg="mod">
          <ac:chgData name="PAMILAGAS, KEVIN S CTR USAF AETC AFIT/LSM" userId="009fbf30-8171-4f28-916c-cb4b56e6ee63" providerId="ADAL" clId="{9A0E3ECB-D206-4065-84E8-E59B9372C035}" dt="2025-07-14T19:44:42.520" v="982"/>
          <ac:graphicFrameMkLst>
            <pc:docMk/>
            <pc:sldMk cId="0" sldId="326"/>
            <ac:graphicFrameMk id="578" creationId="{00000000-0000-0000-0000-000000000000}"/>
          </ac:graphicFrameMkLst>
        </pc:graphicFrameChg>
      </pc:sldChg>
      <pc:sldChg chg="del">
        <pc:chgData name="PAMILAGAS, KEVIN S CTR USAF AETC AFIT/LSM" userId="009fbf30-8171-4f28-916c-cb4b56e6ee63" providerId="ADAL" clId="{9A0E3ECB-D206-4065-84E8-E59B9372C035}" dt="2025-07-14T19:45:31.580" v="986" actId="47"/>
        <pc:sldMkLst>
          <pc:docMk/>
          <pc:sldMk cId="0" sldId="327"/>
        </pc:sldMkLst>
      </pc:sldChg>
      <pc:sldChg chg="modSp add mod">
        <pc:chgData name="PAMILAGAS, KEVIN S CTR USAF AETC AFIT/LSM" userId="009fbf30-8171-4f28-916c-cb4b56e6ee63" providerId="ADAL" clId="{9A0E3ECB-D206-4065-84E8-E59B9372C035}" dt="2025-07-14T19:45:17.573" v="985" actId="20577"/>
        <pc:sldMkLst>
          <pc:docMk/>
          <pc:sldMk cId="3667215132" sldId="334"/>
        </pc:sldMkLst>
        <pc:spChg chg="mod">
          <ac:chgData name="PAMILAGAS, KEVIN S CTR USAF AETC AFIT/LSM" userId="009fbf30-8171-4f28-916c-cb4b56e6ee63" providerId="ADAL" clId="{9A0E3ECB-D206-4065-84E8-E59B9372C035}" dt="2025-07-14T19:45:17.573" v="985" actId="20577"/>
          <ac:spMkLst>
            <pc:docMk/>
            <pc:sldMk cId="3667215132" sldId="334"/>
            <ac:spMk id="381" creationId="{10DD9778-FF58-D369-1284-0137076DAA65}"/>
          </ac:spMkLst>
        </pc:spChg>
      </pc:sldChg>
      <pc:sldChg chg="add del">
        <pc:chgData name="PAMILAGAS, KEVIN S CTR USAF AETC AFIT/LSM" userId="009fbf30-8171-4f28-916c-cb4b56e6ee63" providerId="ADAL" clId="{9A0E3ECB-D206-4065-84E8-E59B9372C035}" dt="2025-07-14T19:04:26.388" v="425" actId="47"/>
        <pc:sldMkLst>
          <pc:docMk/>
          <pc:sldMk cId="1259745262" sldId="335"/>
        </pc:sldMkLst>
      </pc:sldChg>
      <pc:sldChg chg="addSp delSp modSp add mod">
        <pc:chgData name="PAMILAGAS, KEVIN S CTR USAF AETC AFIT/LSM" userId="009fbf30-8171-4f28-916c-cb4b56e6ee63" providerId="ADAL" clId="{9A0E3ECB-D206-4065-84E8-E59B9372C035}" dt="2025-07-14T19:04:14.439" v="424" actId="20577"/>
        <pc:sldMkLst>
          <pc:docMk/>
          <pc:sldMk cId="970318274" sldId="336"/>
        </pc:sldMkLst>
        <pc:spChg chg="add del mod">
          <ac:chgData name="PAMILAGAS, KEVIN S CTR USAF AETC AFIT/LSM" userId="009fbf30-8171-4f28-916c-cb4b56e6ee63" providerId="ADAL" clId="{9A0E3ECB-D206-4065-84E8-E59B9372C035}" dt="2025-07-14T19:03:49.342" v="406" actId="115"/>
          <ac:spMkLst>
            <pc:docMk/>
            <pc:sldMk cId="970318274" sldId="336"/>
            <ac:spMk id="269" creationId="{BFB8B91E-2B67-5093-2954-E898FEFB871D}"/>
          </ac:spMkLst>
        </pc:spChg>
        <pc:spChg chg="mod">
          <ac:chgData name="PAMILAGAS, KEVIN S CTR USAF AETC AFIT/LSM" userId="009fbf30-8171-4f28-916c-cb4b56e6ee63" providerId="ADAL" clId="{9A0E3ECB-D206-4065-84E8-E59B9372C035}" dt="2025-07-14T19:04:14.439" v="424" actId="20577"/>
          <ac:spMkLst>
            <pc:docMk/>
            <pc:sldMk cId="970318274" sldId="336"/>
            <ac:spMk id="271" creationId="{85BF65D8-6446-6C70-7A5B-8D8E41A34271}"/>
          </ac:spMkLst>
        </pc:spChg>
      </pc:sldChg>
      <pc:sldChg chg="delSp modSp add mod">
        <pc:chgData name="PAMILAGAS, KEVIN S CTR USAF AETC AFIT/LSM" userId="009fbf30-8171-4f28-916c-cb4b56e6ee63" providerId="ADAL" clId="{9A0E3ECB-D206-4065-84E8-E59B9372C035}" dt="2025-07-14T19:04:50.190" v="428" actId="478"/>
        <pc:sldMkLst>
          <pc:docMk/>
          <pc:sldMk cId="164712029" sldId="337"/>
        </pc:sldMkLst>
        <pc:spChg chg="mod">
          <ac:chgData name="PAMILAGAS, KEVIN S CTR USAF AETC AFIT/LSM" userId="009fbf30-8171-4f28-916c-cb4b56e6ee63" providerId="ADAL" clId="{9A0E3ECB-D206-4065-84E8-E59B9372C035}" dt="2025-07-14T19:04:47.670" v="427" actId="20577"/>
          <ac:spMkLst>
            <pc:docMk/>
            <pc:sldMk cId="164712029" sldId="337"/>
            <ac:spMk id="269" creationId="{C7BD5354-44CB-A6F9-8380-ED9D65A09643}"/>
          </ac:spMkLst>
        </pc:spChg>
      </pc:sldChg>
      <pc:sldChg chg="modSp add mod">
        <pc:chgData name="PAMILAGAS, KEVIN S CTR USAF AETC AFIT/LSM" userId="009fbf30-8171-4f28-916c-cb4b56e6ee63" providerId="ADAL" clId="{9A0E3ECB-D206-4065-84E8-E59B9372C035}" dt="2025-07-14T19:07:12.622" v="434" actId="403"/>
        <pc:sldMkLst>
          <pc:docMk/>
          <pc:sldMk cId="2513122540" sldId="338"/>
        </pc:sldMkLst>
        <pc:spChg chg="mod">
          <ac:chgData name="PAMILAGAS, KEVIN S CTR USAF AETC AFIT/LSM" userId="009fbf30-8171-4f28-916c-cb4b56e6ee63" providerId="ADAL" clId="{9A0E3ECB-D206-4065-84E8-E59B9372C035}" dt="2025-07-14T19:07:12.622" v="434" actId="403"/>
          <ac:spMkLst>
            <pc:docMk/>
            <pc:sldMk cId="2513122540" sldId="338"/>
            <ac:spMk id="289" creationId="{AD660575-73A4-B609-D400-E25A9844D2B6}"/>
          </ac:spMkLst>
        </pc:spChg>
      </pc:sldChg>
      <pc:sldChg chg="modSp add mod">
        <pc:chgData name="PAMILAGAS, KEVIN S CTR USAF AETC AFIT/LSM" userId="009fbf30-8171-4f28-916c-cb4b56e6ee63" providerId="ADAL" clId="{9A0E3ECB-D206-4065-84E8-E59B9372C035}" dt="2025-07-14T19:08:12.275" v="439" actId="400"/>
        <pc:sldMkLst>
          <pc:docMk/>
          <pc:sldMk cId="3310791381" sldId="339"/>
        </pc:sldMkLst>
        <pc:spChg chg="mod">
          <ac:chgData name="PAMILAGAS, KEVIN S CTR USAF AETC AFIT/LSM" userId="009fbf30-8171-4f28-916c-cb4b56e6ee63" providerId="ADAL" clId="{9A0E3ECB-D206-4065-84E8-E59B9372C035}" dt="2025-07-14T19:08:12.275" v="439" actId="400"/>
          <ac:spMkLst>
            <pc:docMk/>
            <pc:sldMk cId="3310791381" sldId="339"/>
            <ac:spMk id="289" creationId="{1B538087-F6B9-C9A6-891D-3EBC9F1A774E}"/>
          </ac:spMkLst>
        </pc:spChg>
      </pc:sldChg>
      <pc:sldChg chg="addSp modSp add mod">
        <pc:chgData name="PAMILAGAS, KEVIN S CTR USAF AETC AFIT/LSM" userId="009fbf30-8171-4f28-916c-cb4b56e6ee63" providerId="ADAL" clId="{9A0E3ECB-D206-4065-84E8-E59B9372C035}" dt="2025-07-14T19:10:48.287" v="495" actId="1038"/>
        <pc:sldMkLst>
          <pc:docMk/>
          <pc:sldMk cId="4139397283" sldId="340"/>
        </pc:sldMkLst>
        <pc:spChg chg="mod">
          <ac:chgData name="PAMILAGAS, KEVIN S CTR USAF AETC AFIT/LSM" userId="009fbf30-8171-4f28-916c-cb4b56e6ee63" providerId="ADAL" clId="{9A0E3ECB-D206-4065-84E8-E59B9372C035}" dt="2025-07-14T19:10:34.267" v="475" actId="207"/>
          <ac:spMkLst>
            <pc:docMk/>
            <pc:sldMk cId="4139397283" sldId="340"/>
            <ac:spMk id="289" creationId="{E3825CA2-878E-60AB-647E-ACCC8FFECE74}"/>
          </ac:spMkLst>
        </pc:spChg>
        <pc:cxnChg chg="add mod">
          <ac:chgData name="PAMILAGAS, KEVIN S CTR USAF AETC AFIT/LSM" userId="009fbf30-8171-4f28-916c-cb4b56e6ee63" providerId="ADAL" clId="{9A0E3ECB-D206-4065-84E8-E59B9372C035}" dt="2025-07-14T19:10:41.144" v="481" actId="1038"/>
          <ac:cxnSpMkLst>
            <pc:docMk/>
            <pc:sldMk cId="4139397283" sldId="340"/>
            <ac:cxnSpMk id="2" creationId="{95470C47-2DDE-A271-149A-9C64D882D95C}"/>
          </ac:cxnSpMkLst>
        </pc:cxnChg>
        <pc:cxnChg chg="add mod">
          <ac:chgData name="PAMILAGAS, KEVIN S CTR USAF AETC AFIT/LSM" userId="009fbf30-8171-4f28-916c-cb4b56e6ee63" providerId="ADAL" clId="{9A0E3ECB-D206-4065-84E8-E59B9372C035}" dt="2025-07-14T19:10:48.287" v="495" actId="1038"/>
          <ac:cxnSpMkLst>
            <pc:docMk/>
            <pc:sldMk cId="4139397283" sldId="340"/>
            <ac:cxnSpMk id="3" creationId="{90DBFE54-173E-027B-CDDF-E596516BF9BE}"/>
          </ac:cxnSpMkLst>
        </pc:cxnChg>
      </pc:sldChg>
      <pc:sldChg chg="modSp add mod">
        <pc:chgData name="PAMILAGAS, KEVIN S CTR USAF AETC AFIT/LSM" userId="009fbf30-8171-4f28-916c-cb4b56e6ee63" providerId="ADAL" clId="{9A0E3ECB-D206-4065-84E8-E59B9372C035}" dt="2025-07-14T19:11:50.196" v="500" actId="20577"/>
        <pc:sldMkLst>
          <pc:docMk/>
          <pc:sldMk cId="34949199" sldId="341"/>
        </pc:sldMkLst>
        <pc:spChg chg="mod">
          <ac:chgData name="PAMILAGAS, KEVIN S CTR USAF AETC AFIT/LSM" userId="009fbf30-8171-4f28-916c-cb4b56e6ee63" providerId="ADAL" clId="{9A0E3ECB-D206-4065-84E8-E59B9372C035}" dt="2025-07-14T19:11:50.196" v="500" actId="20577"/>
          <ac:spMkLst>
            <pc:docMk/>
            <pc:sldMk cId="34949199" sldId="341"/>
            <ac:spMk id="387" creationId="{87CD010E-BD68-7B93-8184-052E97BF143F}"/>
          </ac:spMkLst>
        </pc:spChg>
      </pc:sldChg>
      <pc:sldChg chg="add">
        <pc:chgData name="PAMILAGAS, KEVIN S CTR USAF AETC AFIT/LSM" userId="009fbf30-8171-4f28-916c-cb4b56e6ee63" providerId="ADAL" clId="{9A0E3ECB-D206-4065-84E8-E59B9372C035}" dt="2025-07-14T19:11:54.519" v="501"/>
        <pc:sldMkLst>
          <pc:docMk/>
          <pc:sldMk cId="18194771" sldId="342"/>
        </pc:sldMkLst>
      </pc:sldChg>
      <pc:sldChg chg="modSp add mod">
        <pc:chgData name="PAMILAGAS, KEVIN S CTR USAF AETC AFIT/LSM" userId="009fbf30-8171-4f28-916c-cb4b56e6ee63" providerId="ADAL" clId="{9A0E3ECB-D206-4065-84E8-E59B9372C035}" dt="2025-07-14T19:14:03.425" v="535" actId="20577"/>
        <pc:sldMkLst>
          <pc:docMk/>
          <pc:sldMk cId="2928182233" sldId="343"/>
        </pc:sldMkLst>
        <pc:spChg chg="mod">
          <ac:chgData name="PAMILAGAS, KEVIN S CTR USAF AETC AFIT/LSM" userId="009fbf30-8171-4f28-916c-cb4b56e6ee63" providerId="ADAL" clId="{9A0E3ECB-D206-4065-84E8-E59B9372C035}" dt="2025-07-14T19:14:03.425" v="535" actId="20577"/>
          <ac:spMkLst>
            <pc:docMk/>
            <pc:sldMk cId="2928182233" sldId="343"/>
            <ac:spMk id="345" creationId="{F7EFA693-551B-5E2D-6D90-A92D53618401}"/>
          </ac:spMkLst>
        </pc:spChg>
      </pc:sldChg>
      <pc:sldChg chg="modSp add del mod">
        <pc:chgData name="PAMILAGAS, KEVIN S CTR USAF AETC AFIT/LSM" userId="009fbf30-8171-4f28-916c-cb4b56e6ee63" providerId="ADAL" clId="{9A0E3ECB-D206-4065-84E8-E59B9372C035}" dt="2025-07-14T19:16:28.207" v="560" actId="403"/>
        <pc:sldMkLst>
          <pc:docMk/>
          <pc:sldMk cId="3601945466" sldId="344"/>
        </pc:sldMkLst>
        <pc:spChg chg="mod">
          <ac:chgData name="PAMILAGAS, KEVIN S CTR USAF AETC AFIT/LSM" userId="009fbf30-8171-4f28-916c-cb4b56e6ee63" providerId="ADAL" clId="{9A0E3ECB-D206-4065-84E8-E59B9372C035}" dt="2025-07-14T19:16:28.207" v="560" actId="403"/>
          <ac:spMkLst>
            <pc:docMk/>
            <pc:sldMk cId="3601945466" sldId="344"/>
            <ac:spMk id="345" creationId="{A136C803-1230-10EB-59B2-F11CE46F1A71}"/>
          </ac:spMkLst>
        </pc:spChg>
      </pc:sldChg>
      <pc:sldChg chg="add del">
        <pc:chgData name="PAMILAGAS, KEVIN S CTR USAF AETC AFIT/LSM" userId="009fbf30-8171-4f28-916c-cb4b56e6ee63" providerId="ADAL" clId="{9A0E3ECB-D206-4065-84E8-E59B9372C035}" dt="2025-07-14T19:15:22.890" v="538"/>
        <pc:sldMkLst>
          <pc:docMk/>
          <pc:sldMk cId="4280217627" sldId="344"/>
        </pc:sldMkLst>
      </pc:sldChg>
      <pc:sldChg chg="modSp add mod">
        <pc:chgData name="PAMILAGAS, KEVIN S CTR USAF AETC AFIT/LSM" userId="009fbf30-8171-4f28-916c-cb4b56e6ee63" providerId="ADAL" clId="{9A0E3ECB-D206-4065-84E8-E59B9372C035}" dt="2025-07-14T19:17:40.098" v="599" actId="403"/>
        <pc:sldMkLst>
          <pc:docMk/>
          <pc:sldMk cId="3129962942" sldId="345"/>
        </pc:sldMkLst>
        <pc:spChg chg="mod">
          <ac:chgData name="PAMILAGAS, KEVIN S CTR USAF AETC AFIT/LSM" userId="009fbf30-8171-4f28-916c-cb4b56e6ee63" providerId="ADAL" clId="{9A0E3ECB-D206-4065-84E8-E59B9372C035}" dt="2025-07-14T19:17:40.098" v="599" actId="403"/>
          <ac:spMkLst>
            <pc:docMk/>
            <pc:sldMk cId="3129962942" sldId="345"/>
            <ac:spMk id="345" creationId="{9952C5E9-83AC-F784-2CEB-E651E9ABDFAE}"/>
          </ac:spMkLst>
        </pc:spChg>
      </pc:sldChg>
      <pc:sldChg chg="add">
        <pc:chgData name="PAMILAGAS, KEVIN S CTR USAF AETC AFIT/LSM" userId="009fbf30-8171-4f28-916c-cb4b56e6ee63" providerId="ADAL" clId="{9A0E3ECB-D206-4065-84E8-E59B9372C035}" dt="2025-07-14T19:30:32.023" v="809"/>
        <pc:sldMkLst>
          <pc:docMk/>
          <pc:sldMk cId="3927681864" sldId="346"/>
        </pc:sldMkLst>
      </pc:sldChg>
      <pc:sldChg chg="modSp add mod">
        <pc:chgData name="PAMILAGAS, KEVIN S CTR USAF AETC AFIT/LSM" userId="009fbf30-8171-4f28-916c-cb4b56e6ee63" providerId="ADAL" clId="{9A0E3ECB-D206-4065-84E8-E59B9372C035}" dt="2025-07-14T19:30:52.963" v="812" actId="207"/>
        <pc:sldMkLst>
          <pc:docMk/>
          <pc:sldMk cId="4149993590" sldId="347"/>
        </pc:sldMkLst>
        <pc:spChg chg="mod">
          <ac:chgData name="PAMILAGAS, KEVIN S CTR USAF AETC AFIT/LSM" userId="009fbf30-8171-4f28-916c-cb4b56e6ee63" providerId="ADAL" clId="{9A0E3ECB-D206-4065-84E8-E59B9372C035}" dt="2025-07-14T19:30:52.963" v="812" actId="207"/>
          <ac:spMkLst>
            <pc:docMk/>
            <pc:sldMk cId="4149993590" sldId="347"/>
            <ac:spMk id="5" creationId="{9E3181DC-731E-CA97-F6A5-A9CFF6426A46}"/>
          </ac:spMkLst>
        </pc:spChg>
      </pc:sldChg>
      <pc:sldChg chg="modSp add mod ord">
        <pc:chgData name="PAMILAGAS, KEVIN S CTR USAF AETC AFIT/LSM" userId="009fbf30-8171-4f28-916c-cb4b56e6ee63" providerId="ADAL" clId="{9A0E3ECB-D206-4065-84E8-E59B9372C035}" dt="2025-07-14T19:32:15.916" v="817"/>
        <pc:sldMkLst>
          <pc:docMk/>
          <pc:sldMk cId="2210502380" sldId="348"/>
        </pc:sldMkLst>
        <pc:spChg chg="mod">
          <ac:chgData name="PAMILAGAS, KEVIN S CTR USAF AETC AFIT/LSM" userId="009fbf30-8171-4f28-916c-cb4b56e6ee63" providerId="ADAL" clId="{9A0E3ECB-D206-4065-84E8-E59B9372C035}" dt="2025-07-14T19:31:17.268" v="815" actId="20577"/>
          <ac:spMkLst>
            <pc:docMk/>
            <pc:sldMk cId="2210502380" sldId="348"/>
            <ac:spMk id="5" creationId="{26F047D0-6CB0-4960-C41B-A5C21A34F46A}"/>
          </ac:spMkLst>
        </pc:spChg>
      </pc:sldChg>
      <pc:sldChg chg="modSp add ord">
        <pc:chgData name="PAMILAGAS, KEVIN S CTR USAF AETC AFIT/LSM" userId="009fbf30-8171-4f28-916c-cb4b56e6ee63" providerId="ADAL" clId="{9A0E3ECB-D206-4065-84E8-E59B9372C035}" dt="2025-07-14T19:39:29.233" v="928"/>
        <pc:sldMkLst>
          <pc:docMk/>
          <pc:sldMk cId="3583418800" sldId="349"/>
        </pc:sldMkLst>
        <pc:spChg chg="mod">
          <ac:chgData name="PAMILAGAS, KEVIN S CTR USAF AETC AFIT/LSM" userId="009fbf30-8171-4f28-916c-cb4b56e6ee63" providerId="ADAL" clId="{9A0E3ECB-D206-4065-84E8-E59B9372C035}" dt="2025-07-14T19:39:19.484" v="926" actId="20577"/>
          <ac:spMkLst>
            <pc:docMk/>
            <pc:sldMk cId="3583418800" sldId="349"/>
            <ac:spMk id="531" creationId="{B05EB22B-1123-2513-D623-D1ED75AF4F02}"/>
          </ac:spMkLst>
        </pc:spChg>
      </pc:sldChg>
      <pc:sldChg chg="modSp add mod">
        <pc:chgData name="PAMILAGAS, KEVIN S CTR USAF AETC AFIT/LSM" userId="009fbf30-8171-4f28-916c-cb4b56e6ee63" providerId="ADAL" clId="{9A0E3ECB-D206-4065-84E8-E59B9372C035}" dt="2025-07-14T19:45:37.901" v="989" actId="20577"/>
        <pc:sldMkLst>
          <pc:docMk/>
          <pc:sldMk cId="3855293031" sldId="350"/>
        </pc:sldMkLst>
        <pc:spChg chg="mod">
          <ac:chgData name="PAMILAGAS, KEVIN S CTR USAF AETC AFIT/LSM" userId="009fbf30-8171-4f28-916c-cb4b56e6ee63" providerId="ADAL" clId="{9A0E3ECB-D206-4065-84E8-E59B9372C035}" dt="2025-07-14T19:45:37.901" v="989" actId="20577"/>
          <ac:spMkLst>
            <pc:docMk/>
            <pc:sldMk cId="3855293031" sldId="350"/>
            <ac:spMk id="381" creationId="{15AE8341-07CE-98FA-72FB-F19032D576AB}"/>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g272030d56df_0_34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2" name="Google Shape;132;g272030d56df_0_3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
        <p:cNvGrpSpPr/>
        <p:nvPr/>
      </p:nvGrpSpPr>
      <p:grpSpPr>
        <a:xfrm>
          <a:off x="0" y="0"/>
          <a:ext cx="0" cy="0"/>
          <a:chOff x="0" y="0"/>
          <a:chExt cx="0" cy="0"/>
        </a:xfrm>
      </p:grpSpPr>
      <p:sp>
        <p:nvSpPr>
          <p:cNvPr id="137" name="Google Shape;137;g272030d56df_0_9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8" name="Google Shape;138;g272030d56df_0_9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272030d56df_0_9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4" name="Google Shape;144;g272030d56df_0_9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
        <p:cNvGrpSpPr/>
        <p:nvPr/>
      </p:nvGrpSpPr>
      <p:grpSpPr>
        <a:xfrm>
          <a:off x="0" y="0"/>
          <a:ext cx="0" cy="0"/>
          <a:chOff x="0" y="0"/>
          <a:chExt cx="0" cy="0"/>
        </a:xfrm>
      </p:grpSpPr>
      <p:sp>
        <p:nvSpPr>
          <p:cNvPr id="151" name="Google Shape;151;g272030d56df_0_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 name="Google Shape;152;g272030d56df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272030d56df_0_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272030d56df_0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g272030d56df_0_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7" name="Google Shape;167;g272030d56df_0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1"/>
        <p:cNvGrpSpPr/>
        <p:nvPr/>
      </p:nvGrpSpPr>
      <p:grpSpPr>
        <a:xfrm>
          <a:off x="0" y="0"/>
          <a:ext cx="0" cy="0"/>
          <a:chOff x="0" y="0"/>
          <a:chExt cx="0" cy="0"/>
        </a:xfrm>
      </p:grpSpPr>
      <p:sp>
        <p:nvSpPr>
          <p:cNvPr id="172" name="Google Shape;172;g272030d56df_0_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3" name="Google Shape;173;g272030d56df_0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272030d56df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272030d56df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272030d56df_0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272030d56df_0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9"/>
        <p:cNvGrpSpPr/>
        <p:nvPr/>
      </p:nvGrpSpPr>
      <p:grpSpPr>
        <a:xfrm>
          <a:off x="0" y="0"/>
          <a:ext cx="0" cy="0"/>
          <a:chOff x="0" y="0"/>
          <a:chExt cx="0" cy="0"/>
        </a:xfrm>
      </p:grpSpPr>
      <p:sp>
        <p:nvSpPr>
          <p:cNvPr id="190" name="Google Shape;190;g272030d56df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1" name="Google Shape;191;g272030d56df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272030d56df_0_5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272030d56df_0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272030d56df_0_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9" name="Google Shape;209;g272030d56df_0_6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5"/>
        <p:cNvGrpSpPr/>
        <p:nvPr/>
      </p:nvGrpSpPr>
      <p:grpSpPr>
        <a:xfrm>
          <a:off x="0" y="0"/>
          <a:ext cx="0" cy="0"/>
          <a:chOff x="0" y="0"/>
          <a:chExt cx="0" cy="0"/>
        </a:xfrm>
      </p:grpSpPr>
      <p:sp>
        <p:nvSpPr>
          <p:cNvPr id="226" name="Google Shape;226;g272030d56df_0_7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7" name="Google Shape;227;g272030d56df_0_7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g272030d56df_0_8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3" name="Google Shape;233;g272030d56df_0_8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g272030d56df_0_8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9" name="Google Shape;239;g272030d56df_0_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g272030d56df_0_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5" name="Google Shape;245;g272030d56df_0_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p:cNvGrpSpPr/>
        <p:nvPr/>
      </p:nvGrpSpPr>
      <p:grpSpPr>
        <a:xfrm>
          <a:off x="0" y="0"/>
          <a:ext cx="0" cy="0"/>
          <a:chOff x="0" y="0"/>
          <a:chExt cx="0" cy="0"/>
        </a:xfrm>
      </p:grpSpPr>
      <p:sp>
        <p:nvSpPr>
          <p:cNvPr id="265" name="Google Shape;265;g272030d56df_0_1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72030d56df_0_1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a:extLst>
            <a:ext uri="{FF2B5EF4-FFF2-40B4-BE49-F238E27FC236}">
              <a16:creationId xmlns:a16="http://schemas.microsoft.com/office/drawing/2014/main" id="{2F8A6F99-4E9F-3F4C-51F5-A2A904FD6763}"/>
            </a:ext>
          </a:extLst>
        </p:cNvPr>
        <p:cNvGrpSpPr/>
        <p:nvPr/>
      </p:nvGrpSpPr>
      <p:grpSpPr>
        <a:xfrm>
          <a:off x="0" y="0"/>
          <a:ext cx="0" cy="0"/>
          <a:chOff x="0" y="0"/>
          <a:chExt cx="0" cy="0"/>
        </a:xfrm>
      </p:grpSpPr>
      <p:sp>
        <p:nvSpPr>
          <p:cNvPr id="377" name="Google Shape;377;g272030d56df_0_202:notes">
            <a:extLst>
              <a:ext uri="{FF2B5EF4-FFF2-40B4-BE49-F238E27FC236}">
                <a16:creationId xmlns:a16="http://schemas.microsoft.com/office/drawing/2014/main" id="{EB5C9789-8685-3F22-3C1E-A8725DB41D2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72030d56df_0_202:notes">
            <a:extLst>
              <a:ext uri="{FF2B5EF4-FFF2-40B4-BE49-F238E27FC236}">
                <a16:creationId xmlns:a16="http://schemas.microsoft.com/office/drawing/2014/main" id="{D5E88D28-C6F8-2E4E-519B-A0DB1784D18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Fighters: F-22(Raptor), 16(Falcon), 35(Lightning), 18(Hornet),  15(Eagle)</a:t>
            </a:r>
          </a:p>
        </p:txBody>
      </p:sp>
    </p:spTree>
    <p:extLst>
      <p:ext uri="{BB962C8B-B14F-4D97-AF65-F5344CB8AC3E}">
        <p14:creationId xmlns:p14="http://schemas.microsoft.com/office/powerpoint/2010/main" val="7854141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4DF6E431-A1D3-59C7-B53D-AF4AFB8C071A}"/>
            </a:ext>
          </a:extLst>
        </p:cNvPr>
        <p:cNvGrpSpPr/>
        <p:nvPr/>
      </p:nvGrpSpPr>
      <p:grpSpPr>
        <a:xfrm>
          <a:off x="0" y="0"/>
          <a:ext cx="0" cy="0"/>
          <a:chOff x="0" y="0"/>
          <a:chExt cx="0" cy="0"/>
        </a:xfrm>
      </p:grpSpPr>
      <p:sp>
        <p:nvSpPr>
          <p:cNvPr id="265" name="Google Shape;265;g272030d56df_0_108:notes">
            <a:extLst>
              <a:ext uri="{FF2B5EF4-FFF2-40B4-BE49-F238E27FC236}">
                <a16:creationId xmlns:a16="http://schemas.microsoft.com/office/drawing/2014/main" id="{99BF6B40-CDA3-68B5-8D09-A9C4E65C956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72030d56df_0_108:notes">
            <a:extLst>
              <a:ext uri="{FF2B5EF4-FFF2-40B4-BE49-F238E27FC236}">
                <a16:creationId xmlns:a16="http://schemas.microsoft.com/office/drawing/2014/main" id="{199550DE-E736-86C3-1E4E-BA712BF03B8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9859059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4">
          <a:extLst>
            <a:ext uri="{FF2B5EF4-FFF2-40B4-BE49-F238E27FC236}">
              <a16:creationId xmlns:a16="http://schemas.microsoft.com/office/drawing/2014/main" id="{5572D66D-F001-EC63-90AB-4DEE16967F67}"/>
            </a:ext>
          </a:extLst>
        </p:cNvPr>
        <p:cNvGrpSpPr/>
        <p:nvPr/>
      </p:nvGrpSpPr>
      <p:grpSpPr>
        <a:xfrm>
          <a:off x="0" y="0"/>
          <a:ext cx="0" cy="0"/>
          <a:chOff x="0" y="0"/>
          <a:chExt cx="0" cy="0"/>
        </a:xfrm>
      </p:grpSpPr>
      <p:sp>
        <p:nvSpPr>
          <p:cNvPr id="265" name="Google Shape;265;g272030d56df_0_108:notes">
            <a:extLst>
              <a:ext uri="{FF2B5EF4-FFF2-40B4-BE49-F238E27FC236}">
                <a16:creationId xmlns:a16="http://schemas.microsoft.com/office/drawing/2014/main" id="{9C97C2C0-D9A6-8709-98B1-27B4AB3241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6" name="Google Shape;266;g272030d56df_0_108:notes">
            <a:extLst>
              <a:ext uri="{FF2B5EF4-FFF2-40B4-BE49-F238E27FC236}">
                <a16:creationId xmlns:a16="http://schemas.microsoft.com/office/drawing/2014/main" id="{909EF3BE-DE20-BC21-A26F-4AA2A6EADAF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4017858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g272030d56df_0_1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4" name="Google Shape;274;g272030d56df_0_1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8"/>
        <p:cNvGrpSpPr/>
        <p:nvPr/>
      </p:nvGrpSpPr>
      <p:grpSpPr>
        <a:xfrm>
          <a:off x="0" y="0"/>
          <a:ext cx="0" cy="0"/>
          <a:chOff x="0" y="0"/>
          <a:chExt cx="0" cy="0"/>
        </a:xfrm>
      </p:grpSpPr>
      <p:sp>
        <p:nvSpPr>
          <p:cNvPr id="279" name="Google Shape;279;g272030d56df_0_1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0" name="Google Shape;280;g272030d56df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g272030d56df_0_1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72030d56df_0_1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66B1EF0C-EB4D-1BE5-5D72-134D31352687}"/>
            </a:ext>
          </a:extLst>
        </p:cNvPr>
        <p:cNvGrpSpPr/>
        <p:nvPr/>
      </p:nvGrpSpPr>
      <p:grpSpPr>
        <a:xfrm>
          <a:off x="0" y="0"/>
          <a:ext cx="0" cy="0"/>
          <a:chOff x="0" y="0"/>
          <a:chExt cx="0" cy="0"/>
        </a:xfrm>
      </p:grpSpPr>
      <p:sp>
        <p:nvSpPr>
          <p:cNvPr id="285" name="Google Shape;285;g272030d56df_0_125:notes">
            <a:extLst>
              <a:ext uri="{FF2B5EF4-FFF2-40B4-BE49-F238E27FC236}">
                <a16:creationId xmlns:a16="http://schemas.microsoft.com/office/drawing/2014/main" id="{2DB944D2-7D63-0743-12AB-38AEFC42690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72030d56df_0_125:notes">
            <a:extLst>
              <a:ext uri="{FF2B5EF4-FFF2-40B4-BE49-F238E27FC236}">
                <a16:creationId xmlns:a16="http://schemas.microsoft.com/office/drawing/2014/main" id="{1F1F4A9D-1ADB-81A5-5639-9A7B1E6260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0910760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98260E86-2D10-C94B-0B3B-644D6844F934}"/>
            </a:ext>
          </a:extLst>
        </p:cNvPr>
        <p:cNvGrpSpPr/>
        <p:nvPr/>
      </p:nvGrpSpPr>
      <p:grpSpPr>
        <a:xfrm>
          <a:off x="0" y="0"/>
          <a:ext cx="0" cy="0"/>
          <a:chOff x="0" y="0"/>
          <a:chExt cx="0" cy="0"/>
        </a:xfrm>
      </p:grpSpPr>
      <p:sp>
        <p:nvSpPr>
          <p:cNvPr id="285" name="Google Shape;285;g272030d56df_0_125:notes">
            <a:extLst>
              <a:ext uri="{FF2B5EF4-FFF2-40B4-BE49-F238E27FC236}">
                <a16:creationId xmlns:a16="http://schemas.microsoft.com/office/drawing/2014/main" id="{E532D8C2-D3BE-8A73-65DF-50C9FFA3BF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72030d56df_0_125:notes">
            <a:extLst>
              <a:ext uri="{FF2B5EF4-FFF2-40B4-BE49-F238E27FC236}">
                <a16:creationId xmlns:a16="http://schemas.microsoft.com/office/drawing/2014/main" id="{F378F38D-4955-AA9B-05FF-1E90F811E25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982625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3DD6EF00-837E-0AC6-9CD5-F8438B6BC640}"/>
            </a:ext>
          </a:extLst>
        </p:cNvPr>
        <p:cNvGrpSpPr/>
        <p:nvPr/>
      </p:nvGrpSpPr>
      <p:grpSpPr>
        <a:xfrm>
          <a:off x="0" y="0"/>
          <a:ext cx="0" cy="0"/>
          <a:chOff x="0" y="0"/>
          <a:chExt cx="0" cy="0"/>
        </a:xfrm>
      </p:grpSpPr>
      <p:sp>
        <p:nvSpPr>
          <p:cNvPr id="285" name="Google Shape;285;g272030d56df_0_125:notes">
            <a:extLst>
              <a:ext uri="{FF2B5EF4-FFF2-40B4-BE49-F238E27FC236}">
                <a16:creationId xmlns:a16="http://schemas.microsoft.com/office/drawing/2014/main" id="{DEBC5EB1-78CF-FC8D-79DC-8321A58ABD5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6" name="Google Shape;286;g272030d56df_0_125:notes">
            <a:extLst>
              <a:ext uri="{FF2B5EF4-FFF2-40B4-BE49-F238E27FC236}">
                <a16:creationId xmlns:a16="http://schemas.microsoft.com/office/drawing/2014/main" id="{5A56F7E7-8232-6846-A721-2679D016858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64247714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a:extLst>
            <a:ext uri="{FF2B5EF4-FFF2-40B4-BE49-F238E27FC236}">
              <a16:creationId xmlns:a16="http://schemas.microsoft.com/office/drawing/2014/main" id="{BBA08F89-B28E-8506-2895-47E5AD59D774}"/>
            </a:ext>
          </a:extLst>
        </p:cNvPr>
        <p:cNvGrpSpPr/>
        <p:nvPr/>
      </p:nvGrpSpPr>
      <p:grpSpPr>
        <a:xfrm>
          <a:off x="0" y="0"/>
          <a:ext cx="0" cy="0"/>
          <a:chOff x="0" y="0"/>
          <a:chExt cx="0" cy="0"/>
        </a:xfrm>
      </p:grpSpPr>
      <p:sp>
        <p:nvSpPr>
          <p:cNvPr id="383" name="Google Shape;383;g272030d56df_0_785:notes">
            <a:extLst>
              <a:ext uri="{FF2B5EF4-FFF2-40B4-BE49-F238E27FC236}">
                <a16:creationId xmlns:a16="http://schemas.microsoft.com/office/drawing/2014/main" id="{898171A5-0D9D-1386-CA69-587AC452B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72030d56df_0_785:notes">
            <a:extLst>
              <a:ext uri="{FF2B5EF4-FFF2-40B4-BE49-F238E27FC236}">
                <a16:creationId xmlns:a16="http://schemas.microsoft.com/office/drawing/2014/main" id="{040C04D1-19B7-CAB0-50D7-E605A1FACAD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407900096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a:extLst>
            <a:ext uri="{FF2B5EF4-FFF2-40B4-BE49-F238E27FC236}">
              <a16:creationId xmlns:a16="http://schemas.microsoft.com/office/drawing/2014/main" id="{CE1FDECE-5600-B57A-FA41-3C43FAF36116}"/>
            </a:ext>
          </a:extLst>
        </p:cNvPr>
        <p:cNvGrpSpPr/>
        <p:nvPr/>
      </p:nvGrpSpPr>
      <p:grpSpPr>
        <a:xfrm>
          <a:off x="0" y="0"/>
          <a:ext cx="0" cy="0"/>
          <a:chOff x="0" y="0"/>
          <a:chExt cx="0" cy="0"/>
        </a:xfrm>
      </p:grpSpPr>
      <p:sp>
        <p:nvSpPr>
          <p:cNvPr id="383" name="Google Shape;383;g272030d56df_0_785:notes">
            <a:extLst>
              <a:ext uri="{FF2B5EF4-FFF2-40B4-BE49-F238E27FC236}">
                <a16:creationId xmlns:a16="http://schemas.microsoft.com/office/drawing/2014/main" id="{9E2D7D5E-2D96-F0BC-40FF-000AECB6612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72030d56df_0_785:notes">
            <a:extLst>
              <a:ext uri="{FF2B5EF4-FFF2-40B4-BE49-F238E27FC236}">
                <a16:creationId xmlns:a16="http://schemas.microsoft.com/office/drawing/2014/main" id="{55ED08AD-854A-677A-3FC8-7BB59799398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extLst>
      <p:ext uri="{BB962C8B-B14F-4D97-AF65-F5344CB8AC3E}">
        <p14:creationId xmlns:p14="http://schemas.microsoft.com/office/powerpoint/2010/main" val="272549899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8"/>
        <p:cNvGrpSpPr/>
        <p:nvPr/>
      </p:nvGrpSpPr>
      <p:grpSpPr>
        <a:xfrm>
          <a:off x="0" y="0"/>
          <a:ext cx="0" cy="0"/>
          <a:chOff x="0" y="0"/>
          <a:chExt cx="0" cy="0"/>
        </a:xfrm>
      </p:grpSpPr>
      <p:sp>
        <p:nvSpPr>
          <p:cNvPr id="329" name="Google Shape;329;g272030d56df_0_16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0" name="Google Shape;330;g272030d56df_0_16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p:cNvGrpSpPr/>
        <p:nvPr/>
      </p:nvGrpSpPr>
      <p:grpSpPr>
        <a:xfrm>
          <a:off x="0" y="0"/>
          <a:ext cx="0" cy="0"/>
          <a:chOff x="0" y="0"/>
          <a:chExt cx="0" cy="0"/>
        </a:xfrm>
      </p:grpSpPr>
      <p:sp>
        <p:nvSpPr>
          <p:cNvPr id="341" name="Google Shape;341;g272030d56df_0_1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72030d56df_0_17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B745370A-B2AD-B280-ACEA-D2802B993269}"/>
            </a:ext>
          </a:extLst>
        </p:cNvPr>
        <p:cNvGrpSpPr/>
        <p:nvPr/>
      </p:nvGrpSpPr>
      <p:grpSpPr>
        <a:xfrm>
          <a:off x="0" y="0"/>
          <a:ext cx="0" cy="0"/>
          <a:chOff x="0" y="0"/>
          <a:chExt cx="0" cy="0"/>
        </a:xfrm>
      </p:grpSpPr>
      <p:sp>
        <p:nvSpPr>
          <p:cNvPr id="341" name="Google Shape;341;g272030d56df_0_172:notes">
            <a:extLst>
              <a:ext uri="{FF2B5EF4-FFF2-40B4-BE49-F238E27FC236}">
                <a16:creationId xmlns:a16="http://schemas.microsoft.com/office/drawing/2014/main" id="{8D140762-B0B4-71FE-DF58-693FC77B142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72030d56df_0_172:notes">
            <a:extLst>
              <a:ext uri="{FF2B5EF4-FFF2-40B4-BE49-F238E27FC236}">
                <a16:creationId xmlns:a16="http://schemas.microsoft.com/office/drawing/2014/main" id="{62338151-AFCF-A2A6-571C-33893122E08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6913000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1A4C070A-A4F6-B943-4436-0119F2F33F8D}"/>
            </a:ext>
          </a:extLst>
        </p:cNvPr>
        <p:cNvGrpSpPr/>
        <p:nvPr/>
      </p:nvGrpSpPr>
      <p:grpSpPr>
        <a:xfrm>
          <a:off x="0" y="0"/>
          <a:ext cx="0" cy="0"/>
          <a:chOff x="0" y="0"/>
          <a:chExt cx="0" cy="0"/>
        </a:xfrm>
      </p:grpSpPr>
      <p:sp>
        <p:nvSpPr>
          <p:cNvPr id="341" name="Google Shape;341;g272030d56df_0_172:notes">
            <a:extLst>
              <a:ext uri="{FF2B5EF4-FFF2-40B4-BE49-F238E27FC236}">
                <a16:creationId xmlns:a16="http://schemas.microsoft.com/office/drawing/2014/main" id="{32EB72F4-DDFC-12F2-D984-60D25D46357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72030d56df_0_172:notes">
            <a:extLst>
              <a:ext uri="{FF2B5EF4-FFF2-40B4-BE49-F238E27FC236}">
                <a16:creationId xmlns:a16="http://schemas.microsoft.com/office/drawing/2014/main" id="{8ED6B251-C351-0772-662C-4E8DC82B09CF}"/>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4161185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0">
          <a:extLst>
            <a:ext uri="{FF2B5EF4-FFF2-40B4-BE49-F238E27FC236}">
              <a16:creationId xmlns:a16="http://schemas.microsoft.com/office/drawing/2014/main" id="{7C5F3EB1-6214-485A-3B7E-91A92950D6C5}"/>
            </a:ext>
          </a:extLst>
        </p:cNvPr>
        <p:cNvGrpSpPr/>
        <p:nvPr/>
      </p:nvGrpSpPr>
      <p:grpSpPr>
        <a:xfrm>
          <a:off x="0" y="0"/>
          <a:ext cx="0" cy="0"/>
          <a:chOff x="0" y="0"/>
          <a:chExt cx="0" cy="0"/>
        </a:xfrm>
      </p:grpSpPr>
      <p:sp>
        <p:nvSpPr>
          <p:cNvPr id="341" name="Google Shape;341;g272030d56df_0_172:notes">
            <a:extLst>
              <a:ext uri="{FF2B5EF4-FFF2-40B4-BE49-F238E27FC236}">
                <a16:creationId xmlns:a16="http://schemas.microsoft.com/office/drawing/2014/main" id="{1D4BBBC4-4C6B-5C92-6208-0D68EC054F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42" name="Google Shape;342;g272030d56df_0_172:notes">
            <a:extLst>
              <a:ext uri="{FF2B5EF4-FFF2-40B4-BE49-F238E27FC236}">
                <a16:creationId xmlns:a16="http://schemas.microsoft.com/office/drawing/2014/main" id="{552EB467-24F3-57E6-9212-DE8F987554F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38103287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p:cNvGrpSpPr/>
        <p:nvPr/>
      </p:nvGrpSpPr>
      <p:grpSpPr>
        <a:xfrm>
          <a:off x="0" y="0"/>
          <a:ext cx="0" cy="0"/>
          <a:chOff x="0" y="0"/>
          <a:chExt cx="0" cy="0"/>
        </a:xfrm>
      </p:grpSpPr>
      <p:sp>
        <p:nvSpPr>
          <p:cNvPr id="371" name="Google Shape;371;g272030d56df_0_19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72030d56df_0_19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Fighters: F-22(Raptor), 16(Falcon), 35(Lightning), 18(Hornet),  15(Eagle), 20(Tigershark)</a:t>
            </a:r>
          </a:p>
          <a:p>
            <a:pPr marL="0" lvl="0" indent="0" algn="l" rtl="0">
              <a:spcBef>
                <a:spcPts val="0"/>
              </a:spcBef>
              <a:spcAft>
                <a:spcPts val="0"/>
              </a:spcAft>
              <a:buNone/>
            </a:pPr>
            <a:endParaRPr dirty="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C4200988-EFD1-4D5C-4513-B28FD890ED28}"/>
            </a:ext>
          </a:extLst>
        </p:cNvPr>
        <p:cNvGrpSpPr/>
        <p:nvPr/>
      </p:nvGrpSpPr>
      <p:grpSpPr>
        <a:xfrm>
          <a:off x="0" y="0"/>
          <a:ext cx="0" cy="0"/>
          <a:chOff x="0" y="0"/>
          <a:chExt cx="0" cy="0"/>
        </a:xfrm>
      </p:grpSpPr>
      <p:sp>
        <p:nvSpPr>
          <p:cNvPr id="371" name="Google Shape;371;g272030d56df_0_197:notes">
            <a:extLst>
              <a:ext uri="{FF2B5EF4-FFF2-40B4-BE49-F238E27FC236}">
                <a16:creationId xmlns:a16="http://schemas.microsoft.com/office/drawing/2014/main" id="{D64CC15F-304D-3990-F6CB-CF2B03699A1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72030d56df_0_197:notes">
            <a:extLst>
              <a:ext uri="{FF2B5EF4-FFF2-40B4-BE49-F238E27FC236}">
                <a16:creationId xmlns:a16="http://schemas.microsoft.com/office/drawing/2014/main" id="{B6CE09EB-C811-D1C1-BD6C-BAAB5C287C3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Fighters: F-22(Raptor), 16(Falcon), 35(Lightning), 18(Hornet),  15(Eagle), 20(Tigershark)</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173085618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F98D808B-B14F-F76E-BD64-FAA4F7D1A871}"/>
            </a:ext>
          </a:extLst>
        </p:cNvPr>
        <p:cNvGrpSpPr/>
        <p:nvPr/>
      </p:nvGrpSpPr>
      <p:grpSpPr>
        <a:xfrm>
          <a:off x="0" y="0"/>
          <a:ext cx="0" cy="0"/>
          <a:chOff x="0" y="0"/>
          <a:chExt cx="0" cy="0"/>
        </a:xfrm>
      </p:grpSpPr>
      <p:sp>
        <p:nvSpPr>
          <p:cNvPr id="371" name="Google Shape;371;g272030d56df_0_197:notes">
            <a:extLst>
              <a:ext uri="{FF2B5EF4-FFF2-40B4-BE49-F238E27FC236}">
                <a16:creationId xmlns:a16="http://schemas.microsoft.com/office/drawing/2014/main" id="{482A3864-9A19-4277-0B90-2473831509A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72030d56df_0_197:notes">
            <a:extLst>
              <a:ext uri="{FF2B5EF4-FFF2-40B4-BE49-F238E27FC236}">
                <a16:creationId xmlns:a16="http://schemas.microsoft.com/office/drawing/2014/main" id="{B92429BD-7F38-E851-20FD-744EE9E64D0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Fighters: F-22(Raptor), 16(Falcon), 35(Lightning), 18(Hornet),  15(Eagle), 20(Tigershark)</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3433253100"/>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0">
          <a:extLst>
            <a:ext uri="{FF2B5EF4-FFF2-40B4-BE49-F238E27FC236}">
              <a16:creationId xmlns:a16="http://schemas.microsoft.com/office/drawing/2014/main" id="{AA024B80-5B7D-FF07-3B6F-79CD0FB78A32}"/>
            </a:ext>
          </a:extLst>
        </p:cNvPr>
        <p:cNvGrpSpPr/>
        <p:nvPr/>
      </p:nvGrpSpPr>
      <p:grpSpPr>
        <a:xfrm>
          <a:off x="0" y="0"/>
          <a:ext cx="0" cy="0"/>
          <a:chOff x="0" y="0"/>
          <a:chExt cx="0" cy="0"/>
        </a:xfrm>
      </p:grpSpPr>
      <p:sp>
        <p:nvSpPr>
          <p:cNvPr id="371" name="Google Shape;371;g272030d56df_0_197:notes">
            <a:extLst>
              <a:ext uri="{FF2B5EF4-FFF2-40B4-BE49-F238E27FC236}">
                <a16:creationId xmlns:a16="http://schemas.microsoft.com/office/drawing/2014/main" id="{D1975F8A-CC70-35F6-FC0F-2AD4FCA786F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2" name="Google Shape;372;g272030d56df_0_197:notes">
            <a:extLst>
              <a:ext uri="{FF2B5EF4-FFF2-40B4-BE49-F238E27FC236}">
                <a16:creationId xmlns:a16="http://schemas.microsoft.com/office/drawing/2014/main" id="{3DCD64DB-F917-44AD-B2DB-F02979562FD2}"/>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marR="0" lvl="0" indent="0" algn="l" defTabSz="914400" rtl="0" eaLnBrk="1" fontAlgn="auto" latinLnBrk="0" hangingPunct="1">
              <a:lnSpc>
                <a:spcPct val="100000"/>
              </a:lnSpc>
              <a:spcBef>
                <a:spcPts val="0"/>
              </a:spcBef>
              <a:spcAft>
                <a:spcPts val="0"/>
              </a:spcAft>
              <a:buClr>
                <a:srgbClr val="000000"/>
              </a:buClr>
              <a:buSzPts val="1100"/>
              <a:buFont typeface="Arial"/>
              <a:buNone/>
              <a:tabLst/>
              <a:defRPr/>
            </a:pPr>
            <a:r>
              <a:rPr lang="en-US" dirty="0"/>
              <a:t>Fighters: F-22(Raptor), 16(Falcon), 35(Lightning), 18(Hornet),  15(Eagle), 20(Tigershark)</a:t>
            </a:r>
          </a:p>
          <a:p>
            <a:pPr marL="0" lvl="0" indent="0" algn="l" rtl="0">
              <a:spcBef>
                <a:spcPts val="0"/>
              </a:spcBef>
              <a:spcAft>
                <a:spcPts val="0"/>
              </a:spcAft>
              <a:buNone/>
            </a:pPr>
            <a:endParaRPr dirty="0"/>
          </a:p>
        </p:txBody>
      </p:sp>
    </p:spTree>
    <p:extLst>
      <p:ext uri="{BB962C8B-B14F-4D97-AF65-F5344CB8AC3E}">
        <p14:creationId xmlns:p14="http://schemas.microsoft.com/office/powerpoint/2010/main" val="21500322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g272030d56df_0_2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72030d56df_0_2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Fighters: F-22(Raptor), 16(Falcon), 35(Lightning), 18(Hornet),  15(Eagle)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g272030d56df_0_7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84" name="Google Shape;384;g272030d56df_0_7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g272030d56df_0_20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0" name="Google Shape;390;g272030d56df_0_20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4"/>
        <p:cNvGrpSpPr/>
        <p:nvPr/>
      </p:nvGrpSpPr>
      <p:grpSpPr>
        <a:xfrm>
          <a:off x="0" y="0"/>
          <a:ext cx="0" cy="0"/>
          <a:chOff x="0" y="0"/>
          <a:chExt cx="0" cy="0"/>
        </a:xfrm>
      </p:grpSpPr>
      <p:sp>
        <p:nvSpPr>
          <p:cNvPr id="395" name="Google Shape;395;g272030d56df_0_4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96" name="Google Shape;396;g272030d56df_0_4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72030d56df_0_9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02" name="Google Shape;402;g272030d56df_0_9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g272030d56df_0_49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2" name="Google Shape;432;g272030d56df_0_49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6"/>
        <p:cNvGrpSpPr/>
        <p:nvPr/>
      </p:nvGrpSpPr>
      <p:grpSpPr>
        <a:xfrm>
          <a:off x="0" y="0"/>
          <a:ext cx="0" cy="0"/>
          <a:chOff x="0" y="0"/>
          <a:chExt cx="0" cy="0"/>
        </a:xfrm>
      </p:grpSpPr>
      <p:sp>
        <p:nvSpPr>
          <p:cNvPr id="437" name="Google Shape;437;g272030d56df_0_50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38" name="Google Shape;438;g272030d56df_0_50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2"/>
        <p:cNvGrpSpPr/>
        <p:nvPr/>
      </p:nvGrpSpPr>
      <p:grpSpPr>
        <a:xfrm>
          <a:off x="0" y="0"/>
          <a:ext cx="0" cy="0"/>
          <a:chOff x="0" y="0"/>
          <a:chExt cx="0" cy="0"/>
        </a:xfrm>
      </p:grpSpPr>
      <p:sp>
        <p:nvSpPr>
          <p:cNvPr id="443" name="Google Shape;443;g272030d56df_0_5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44" name="Google Shape;444;g272030d56df_0_5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8"/>
        <p:cNvGrpSpPr/>
        <p:nvPr/>
      </p:nvGrpSpPr>
      <p:grpSpPr>
        <a:xfrm>
          <a:off x="0" y="0"/>
          <a:ext cx="0" cy="0"/>
          <a:chOff x="0" y="0"/>
          <a:chExt cx="0" cy="0"/>
        </a:xfrm>
      </p:grpSpPr>
      <p:sp>
        <p:nvSpPr>
          <p:cNvPr id="449" name="Google Shape;449;g272030d56df_0_5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0" name="Google Shape;450;g272030d56df_0_5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4"/>
        <p:cNvGrpSpPr/>
        <p:nvPr/>
      </p:nvGrpSpPr>
      <p:grpSpPr>
        <a:xfrm>
          <a:off x="0" y="0"/>
          <a:ext cx="0" cy="0"/>
          <a:chOff x="0" y="0"/>
          <a:chExt cx="0" cy="0"/>
        </a:xfrm>
      </p:grpSpPr>
      <p:sp>
        <p:nvSpPr>
          <p:cNvPr id="455" name="Google Shape;455;g272030d56df_0_5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56" name="Google Shape;456;g272030d56df_0_5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0"/>
        <p:cNvGrpSpPr/>
        <p:nvPr/>
      </p:nvGrpSpPr>
      <p:grpSpPr>
        <a:xfrm>
          <a:off x="0" y="0"/>
          <a:ext cx="0" cy="0"/>
          <a:chOff x="0" y="0"/>
          <a:chExt cx="0" cy="0"/>
        </a:xfrm>
      </p:grpSpPr>
      <p:sp>
        <p:nvSpPr>
          <p:cNvPr id="461" name="Google Shape;461;g272030d56df_0_5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2" name="Google Shape;462;g272030d56df_0_5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6"/>
        <p:cNvGrpSpPr/>
        <p:nvPr/>
      </p:nvGrpSpPr>
      <p:grpSpPr>
        <a:xfrm>
          <a:off x="0" y="0"/>
          <a:ext cx="0" cy="0"/>
          <a:chOff x="0" y="0"/>
          <a:chExt cx="0" cy="0"/>
        </a:xfrm>
      </p:grpSpPr>
      <p:sp>
        <p:nvSpPr>
          <p:cNvPr id="467" name="Google Shape;467;g272030d56df_0_5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68" name="Google Shape;468;g272030d56df_0_5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g272030d56df_0_5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4" name="Google Shape;474;g272030d56df_0_5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272030d56df_0_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272030d56df_0_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272030d56df_0_5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6" name="Google Shape;486;g272030d56df_0_5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
        <p:cNvGrpSpPr/>
        <p:nvPr/>
      </p:nvGrpSpPr>
      <p:grpSpPr>
        <a:xfrm>
          <a:off x="0" y="0"/>
          <a:ext cx="0" cy="0"/>
          <a:chOff x="0" y="0"/>
          <a:chExt cx="0" cy="0"/>
        </a:xfrm>
      </p:grpSpPr>
      <p:sp>
        <p:nvSpPr>
          <p:cNvPr id="491" name="Google Shape;491;g272030d56df_0_5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2" name="Google Shape;492;g272030d56df_0_5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g272030d56df_0_55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8" name="Google Shape;498;g272030d56df_0_55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272030d56df_0_5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4" name="Google Shape;504;g272030d56df_0_5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g272030d56df_0_5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0" name="Google Shape;510;g272030d56df_0_56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4"/>
        <p:cNvGrpSpPr/>
        <p:nvPr/>
      </p:nvGrpSpPr>
      <p:grpSpPr>
        <a:xfrm>
          <a:off x="0" y="0"/>
          <a:ext cx="0" cy="0"/>
          <a:chOff x="0" y="0"/>
          <a:chExt cx="0" cy="0"/>
        </a:xfrm>
      </p:grpSpPr>
      <p:sp>
        <p:nvSpPr>
          <p:cNvPr id="515" name="Google Shape;515;g272030d56df_0_56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6" name="Google Shape;516;g272030d56df_0_56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272030d56df_0_5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272030d56df_0_5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a:extLst>
            <a:ext uri="{FF2B5EF4-FFF2-40B4-BE49-F238E27FC236}">
              <a16:creationId xmlns:a16="http://schemas.microsoft.com/office/drawing/2014/main" id="{945858E0-7D5A-1B05-D7FE-1EB4D23FDD18}"/>
            </a:ext>
          </a:extLst>
        </p:cNvPr>
        <p:cNvGrpSpPr/>
        <p:nvPr/>
      </p:nvGrpSpPr>
      <p:grpSpPr>
        <a:xfrm>
          <a:off x="0" y="0"/>
          <a:ext cx="0" cy="0"/>
          <a:chOff x="0" y="0"/>
          <a:chExt cx="0" cy="0"/>
        </a:xfrm>
      </p:grpSpPr>
      <p:sp>
        <p:nvSpPr>
          <p:cNvPr id="527" name="Google Shape;527;g272030d56df_0_576:notes">
            <a:extLst>
              <a:ext uri="{FF2B5EF4-FFF2-40B4-BE49-F238E27FC236}">
                <a16:creationId xmlns:a16="http://schemas.microsoft.com/office/drawing/2014/main" id="{145CFA3C-0CA8-931D-ADB8-4DE1AE38A67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72030d56df_0_576:notes">
            <a:extLst>
              <a:ext uri="{FF2B5EF4-FFF2-40B4-BE49-F238E27FC236}">
                <a16:creationId xmlns:a16="http://schemas.microsoft.com/office/drawing/2014/main" id="{AA980EE8-5AC3-ECCF-23C8-7474222A9EE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8885533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6"/>
        <p:cNvGrpSpPr/>
        <p:nvPr/>
      </p:nvGrpSpPr>
      <p:grpSpPr>
        <a:xfrm>
          <a:off x="0" y="0"/>
          <a:ext cx="0" cy="0"/>
          <a:chOff x="0" y="0"/>
          <a:chExt cx="0" cy="0"/>
        </a:xfrm>
      </p:grpSpPr>
      <p:sp>
        <p:nvSpPr>
          <p:cNvPr id="527" name="Google Shape;527;g272030d56df_0_5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 name="Google Shape;528;g272030d56df_0_5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72030d56df_0_5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6" name="Google Shape;536;g272030d56df_0_5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1"/>
        <p:cNvGrpSpPr/>
        <p:nvPr/>
      </p:nvGrpSpPr>
      <p:grpSpPr>
        <a:xfrm>
          <a:off x="0" y="0"/>
          <a:ext cx="0" cy="0"/>
          <a:chOff x="0" y="0"/>
          <a:chExt cx="0" cy="0"/>
        </a:xfrm>
      </p:grpSpPr>
      <p:sp>
        <p:nvSpPr>
          <p:cNvPr id="542" name="Google Shape;542;g272030d56df_0_5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3" name="Google Shape;543;g272030d56df_0_5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272030d56df_0_59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272030d56df_0_5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272030d56df_0_6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272030d56df_0_60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4"/>
        <p:cNvGrpSpPr/>
        <p:nvPr/>
      </p:nvGrpSpPr>
      <p:grpSpPr>
        <a:xfrm>
          <a:off x="0" y="0"/>
          <a:ext cx="0" cy="0"/>
          <a:chOff x="0" y="0"/>
          <a:chExt cx="0" cy="0"/>
        </a:xfrm>
      </p:grpSpPr>
      <p:sp>
        <p:nvSpPr>
          <p:cNvPr id="565" name="Google Shape;565;g272030d56df_0_6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6" name="Google Shape;566;g272030d56df_0_6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2"/>
        <p:cNvGrpSpPr/>
        <p:nvPr/>
      </p:nvGrpSpPr>
      <p:grpSpPr>
        <a:xfrm>
          <a:off x="0" y="0"/>
          <a:ext cx="0" cy="0"/>
          <a:chOff x="0" y="0"/>
          <a:chExt cx="0" cy="0"/>
        </a:xfrm>
      </p:grpSpPr>
      <p:sp>
        <p:nvSpPr>
          <p:cNvPr id="573" name="Google Shape;573;g272030d56df_0_6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4" name="Google Shape;574;g272030d56df_0_6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a:extLst>
            <a:ext uri="{FF2B5EF4-FFF2-40B4-BE49-F238E27FC236}">
              <a16:creationId xmlns:a16="http://schemas.microsoft.com/office/drawing/2014/main" id="{9CC919E6-1F55-D008-DEB9-E0EEDB3C6B9A}"/>
            </a:ext>
          </a:extLst>
        </p:cNvPr>
        <p:cNvGrpSpPr/>
        <p:nvPr/>
      </p:nvGrpSpPr>
      <p:grpSpPr>
        <a:xfrm>
          <a:off x="0" y="0"/>
          <a:ext cx="0" cy="0"/>
          <a:chOff x="0" y="0"/>
          <a:chExt cx="0" cy="0"/>
        </a:xfrm>
      </p:grpSpPr>
      <p:sp>
        <p:nvSpPr>
          <p:cNvPr id="377" name="Google Shape;377;g272030d56df_0_202:notes">
            <a:extLst>
              <a:ext uri="{FF2B5EF4-FFF2-40B4-BE49-F238E27FC236}">
                <a16:creationId xmlns:a16="http://schemas.microsoft.com/office/drawing/2014/main" id="{4FDF5A3E-28AB-C0C5-9F2C-B1FD4C18C0C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78" name="Google Shape;378;g272030d56df_0_202:notes">
            <a:extLst>
              <a:ext uri="{FF2B5EF4-FFF2-40B4-BE49-F238E27FC236}">
                <a16:creationId xmlns:a16="http://schemas.microsoft.com/office/drawing/2014/main" id="{21FE6D53-0CA2-8592-0A8E-76FA6C103F8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US" dirty="0"/>
              <a:t>Fighters: F-22(Raptor), 16(Falcon), 35(Lightning), 18(Hornet),  15(Eagle)</a:t>
            </a:r>
          </a:p>
        </p:txBody>
      </p:sp>
    </p:spTree>
    <p:extLst>
      <p:ext uri="{BB962C8B-B14F-4D97-AF65-F5344CB8AC3E}">
        <p14:creationId xmlns:p14="http://schemas.microsoft.com/office/powerpoint/2010/main" val="47349005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2"/>
        <p:cNvGrpSpPr/>
        <p:nvPr/>
      </p:nvGrpSpPr>
      <p:grpSpPr>
        <a:xfrm>
          <a:off x="0" y="0"/>
          <a:ext cx="0" cy="0"/>
          <a:chOff x="0" y="0"/>
          <a:chExt cx="0" cy="0"/>
        </a:xfrm>
      </p:grpSpPr>
      <p:sp>
        <p:nvSpPr>
          <p:cNvPr id="593" name="Google Shape;593;g272030d56df_0_6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4" name="Google Shape;594;g272030d56df_0_6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g272030d56df_0_6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7" name="Google Shape;607;g272030d56df_0_6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1"/>
        <p:cNvGrpSpPr/>
        <p:nvPr/>
      </p:nvGrpSpPr>
      <p:grpSpPr>
        <a:xfrm>
          <a:off x="0" y="0"/>
          <a:ext cx="0" cy="0"/>
          <a:chOff x="0" y="0"/>
          <a:chExt cx="0" cy="0"/>
        </a:xfrm>
      </p:grpSpPr>
      <p:sp>
        <p:nvSpPr>
          <p:cNvPr id="612" name="Google Shape;612;g272030d56df_0_6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3" name="Google Shape;613;g272030d56df_0_6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7"/>
        <p:cNvGrpSpPr/>
        <p:nvPr/>
      </p:nvGrpSpPr>
      <p:grpSpPr>
        <a:xfrm>
          <a:off x="0" y="0"/>
          <a:ext cx="0" cy="0"/>
          <a:chOff x="0" y="0"/>
          <a:chExt cx="0" cy="0"/>
        </a:xfrm>
      </p:grpSpPr>
      <p:sp>
        <p:nvSpPr>
          <p:cNvPr id="618" name="Google Shape;618;g272030d56df_0_6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9" name="Google Shape;619;g272030d56df_0_6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8"/>
        <p:cNvGrpSpPr/>
        <p:nvPr/>
      </p:nvGrpSpPr>
      <p:grpSpPr>
        <a:xfrm>
          <a:off x="0" y="0"/>
          <a:ext cx="0" cy="0"/>
          <a:chOff x="0" y="0"/>
          <a:chExt cx="0" cy="0"/>
        </a:xfrm>
      </p:grpSpPr>
      <p:sp>
        <p:nvSpPr>
          <p:cNvPr id="599" name="Google Shape;599;g272030d56df_0_6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0" name="Google Shape;600;g272030d56df_0_6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79187516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p:nvPr/>
        </p:nvSpPr>
        <p:spPr>
          <a:xfrm rot="5400000">
            <a:off x="7500300" y="505"/>
            <a:ext cx="1643700" cy="1643700"/>
          </a:xfrm>
          <a:prstGeom prst="diagStripe">
            <a:avLst>
              <a:gd name="adj" fmla="val 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 name="Google Shape;11;p2"/>
          <p:cNvGrpSpPr/>
          <p:nvPr/>
        </p:nvGrpSpPr>
        <p:grpSpPr>
          <a:xfrm>
            <a:off x="0" y="490"/>
            <a:ext cx="5153705" cy="5134399"/>
            <a:chOff x="0" y="75"/>
            <a:chExt cx="5153705" cy="5152950"/>
          </a:xfrm>
        </p:grpSpPr>
        <p:sp>
          <p:nvSpPr>
            <p:cNvPr id="12" name="Google Shape;12;p2"/>
            <p:cNvSpPr/>
            <p:nvPr/>
          </p:nvSpPr>
          <p:spPr>
            <a:xfrm rot="-5400000">
              <a:off x="455" y="-225"/>
              <a:ext cx="5152800" cy="5153700"/>
            </a:xfrm>
            <a:prstGeom prst="diagStripe">
              <a:avLst>
                <a:gd name="adj" fmla="val 50000"/>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rot="-5400000">
              <a:off x="150" y="1145825"/>
              <a:ext cx="3996600" cy="3996900"/>
            </a:xfrm>
            <a:prstGeom prst="diagStripe">
              <a:avLst>
                <a:gd name="adj" fmla="val 58774"/>
              </a:avLst>
            </a:prstGeom>
            <a:solidFill>
              <a:schemeClr val="lt1">
                <a:alpha val="303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rot="-5400000">
              <a:off x="1646" y="-75"/>
              <a:ext cx="2299800" cy="23001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flipH="1">
              <a:off x="652821" y="590035"/>
              <a:ext cx="2300100" cy="2299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6" name="Google Shape;16;p2"/>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a:endParaRPr/>
          </a:p>
        </p:txBody>
      </p:sp>
      <p:sp>
        <p:nvSpPr>
          <p:cNvPr id="17" name="Google Shape;17;p2"/>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18" name="Google Shape;18;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grpSp>
        <p:nvGrpSpPr>
          <p:cNvPr id="20" name="Google Shape;20;p3"/>
          <p:cNvGrpSpPr/>
          <p:nvPr/>
        </p:nvGrpSpPr>
        <p:grpSpPr>
          <a:xfrm>
            <a:off x="4406400" y="0"/>
            <a:ext cx="4737600" cy="5143065"/>
            <a:chOff x="4406400" y="0"/>
            <a:chExt cx="4737600" cy="5143065"/>
          </a:xfrm>
        </p:grpSpPr>
        <p:sp>
          <p:nvSpPr>
            <p:cNvPr id="21" name="Google Shape;21;p3"/>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2" name="Google Shape;22;p3"/>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3" name="Google Shape;23;p3"/>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4" name="Google Shape;24;p3"/>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3"/>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3"/>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3"/>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 name="Google Shape;28;p3"/>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 name="Google Shape;29;p3"/>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 name="Google Shape;30;p3"/>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 name="Google Shape;31;p3"/>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 name="Google Shape;32;p3"/>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 name="Google Shape;33;p3"/>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 name="Google Shape;34;p3"/>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txBox="1">
            <a:spLocks noGrp="1"/>
          </p:cNvSpPr>
          <p:nvPr>
            <p:ph type="title"/>
          </p:nvPr>
        </p:nvSpPr>
        <p:spPr>
          <a:xfrm>
            <a:off x="823850" y="2053000"/>
            <a:ext cx="4587000" cy="11487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40" name="Google Shape;40;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41"/>
        <p:cNvGrpSpPr/>
        <p:nvPr/>
      </p:nvGrpSpPr>
      <p:grpSpPr>
        <a:xfrm>
          <a:off x="0" y="0"/>
          <a:ext cx="0" cy="0"/>
          <a:chOff x="0" y="0"/>
          <a:chExt cx="0" cy="0"/>
        </a:xfrm>
      </p:grpSpPr>
      <p:grpSp>
        <p:nvGrpSpPr>
          <p:cNvPr id="42" name="Google Shape;42;p4"/>
          <p:cNvGrpSpPr/>
          <p:nvPr/>
        </p:nvGrpSpPr>
        <p:grpSpPr>
          <a:xfrm>
            <a:off x="0" y="381001"/>
            <a:ext cx="1037850" cy="1016287"/>
            <a:chOff x="0" y="381001"/>
            <a:chExt cx="1037850" cy="1016287"/>
          </a:xfrm>
        </p:grpSpPr>
        <p:sp>
          <p:nvSpPr>
            <p:cNvPr id="43" name="Google Shape;43;p4"/>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 name="Google Shape;44;p4"/>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 name="Google Shape;45;p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46" name="Google Shape;46;p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47" name="Google Shape;47;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8"/>
        <p:cNvGrpSpPr/>
        <p:nvPr/>
      </p:nvGrpSpPr>
      <p:grpSpPr>
        <a:xfrm>
          <a:off x="0" y="0"/>
          <a:ext cx="0" cy="0"/>
          <a:chOff x="0" y="0"/>
          <a:chExt cx="0" cy="0"/>
        </a:xfrm>
      </p:grpSpPr>
      <p:grpSp>
        <p:nvGrpSpPr>
          <p:cNvPr id="49" name="Google Shape;49;p5"/>
          <p:cNvGrpSpPr/>
          <p:nvPr/>
        </p:nvGrpSpPr>
        <p:grpSpPr>
          <a:xfrm>
            <a:off x="0" y="381001"/>
            <a:ext cx="1037850" cy="1016287"/>
            <a:chOff x="0" y="381001"/>
            <a:chExt cx="1037850" cy="1016287"/>
          </a:xfrm>
        </p:grpSpPr>
        <p:sp>
          <p:nvSpPr>
            <p:cNvPr id="50" name="Google Shape;50;p5"/>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1" name="Google Shape;51;p5"/>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 name="Google Shape;52;p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53" name="Google Shape;53;p5"/>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4" name="Google Shape;54;p5"/>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55" name="Google Shape;55;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6"/>
        <p:cNvGrpSpPr/>
        <p:nvPr/>
      </p:nvGrpSpPr>
      <p:grpSpPr>
        <a:xfrm>
          <a:off x="0" y="0"/>
          <a:ext cx="0" cy="0"/>
          <a:chOff x="0" y="0"/>
          <a:chExt cx="0" cy="0"/>
        </a:xfrm>
      </p:grpSpPr>
      <p:grpSp>
        <p:nvGrpSpPr>
          <p:cNvPr id="57" name="Google Shape;57;p6"/>
          <p:cNvGrpSpPr/>
          <p:nvPr/>
        </p:nvGrpSpPr>
        <p:grpSpPr>
          <a:xfrm>
            <a:off x="0" y="381001"/>
            <a:ext cx="1037850" cy="1016287"/>
            <a:chOff x="0" y="381001"/>
            <a:chExt cx="1037850" cy="1016287"/>
          </a:xfrm>
        </p:grpSpPr>
        <p:sp>
          <p:nvSpPr>
            <p:cNvPr id="58" name="Google Shape;58;p6"/>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 name="Google Shape;59;p6"/>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 name="Google Shape;60;p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1" name="Google Shape;6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62"/>
        <p:cNvGrpSpPr/>
        <p:nvPr/>
      </p:nvGrpSpPr>
      <p:grpSpPr>
        <a:xfrm>
          <a:off x="0" y="0"/>
          <a:ext cx="0" cy="0"/>
          <a:chOff x="0" y="0"/>
          <a:chExt cx="0" cy="0"/>
        </a:xfrm>
      </p:grpSpPr>
      <p:grpSp>
        <p:nvGrpSpPr>
          <p:cNvPr id="63" name="Google Shape;63;p7"/>
          <p:cNvGrpSpPr/>
          <p:nvPr/>
        </p:nvGrpSpPr>
        <p:grpSpPr>
          <a:xfrm>
            <a:off x="0" y="381001"/>
            <a:ext cx="1037850" cy="1016287"/>
            <a:chOff x="0" y="381001"/>
            <a:chExt cx="1037850" cy="1016287"/>
          </a:xfrm>
        </p:grpSpPr>
        <p:sp>
          <p:nvSpPr>
            <p:cNvPr id="64" name="Google Shape;64;p7"/>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 name="Google Shape;65;p7"/>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6" name="Google Shape;66;p7"/>
          <p:cNvSpPr txBox="1">
            <a:spLocks noGrp="1"/>
          </p:cNvSpPr>
          <p:nvPr>
            <p:ph type="title"/>
          </p:nvPr>
        </p:nvSpPr>
        <p:spPr>
          <a:xfrm>
            <a:off x="1297500" y="393750"/>
            <a:ext cx="3798900" cy="14931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67" name="Google Shape;67;p7"/>
          <p:cNvSpPr txBox="1">
            <a:spLocks noGrp="1"/>
          </p:cNvSpPr>
          <p:nvPr>
            <p:ph type="body" idx="1"/>
          </p:nvPr>
        </p:nvSpPr>
        <p:spPr>
          <a:xfrm>
            <a:off x="1297500" y="1972550"/>
            <a:ext cx="3798900" cy="2415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68" name="Google Shape;68;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69"/>
        <p:cNvGrpSpPr/>
        <p:nvPr/>
      </p:nvGrpSpPr>
      <p:grpSpPr>
        <a:xfrm>
          <a:off x="0" y="0"/>
          <a:ext cx="0" cy="0"/>
          <a:chOff x="0" y="0"/>
          <a:chExt cx="0" cy="0"/>
        </a:xfrm>
      </p:grpSpPr>
      <p:grpSp>
        <p:nvGrpSpPr>
          <p:cNvPr id="70" name="Google Shape;70;p8"/>
          <p:cNvGrpSpPr/>
          <p:nvPr/>
        </p:nvGrpSpPr>
        <p:grpSpPr>
          <a:xfrm>
            <a:off x="4406400" y="0"/>
            <a:ext cx="4737600" cy="5143500"/>
            <a:chOff x="4406400" y="0"/>
            <a:chExt cx="4737600" cy="5143500"/>
          </a:xfrm>
        </p:grpSpPr>
        <p:sp>
          <p:nvSpPr>
            <p:cNvPr id="71" name="Google Shape;71;p8"/>
            <p:cNvSpPr/>
            <p:nvPr/>
          </p:nvSpPr>
          <p:spPr>
            <a:xfrm rot="5400000">
              <a:off x="4407900" y="-1500"/>
              <a:ext cx="47346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 name="Google Shape;72;p8"/>
            <p:cNvSpPr/>
            <p:nvPr/>
          </p:nvSpPr>
          <p:spPr>
            <a:xfrm rot="5400000">
              <a:off x="4840825" y="6000"/>
              <a:ext cx="42987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 name="Google Shape;73;p8"/>
            <p:cNvSpPr/>
            <p:nvPr/>
          </p:nvSpPr>
          <p:spPr>
            <a:xfrm rot="-5400000">
              <a:off x="5618399" y="123664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 name="Google Shape;74;p8"/>
            <p:cNvSpPr/>
            <p:nvPr/>
          </p:nvSpPr>
          <p:spPr>
            <a:xfrm flipH="1">
              <a:off x="5849857" y="144407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 name="Google Shape;75;p8"/>
            <p:cNvSpPr/>
            <p:nvPr/>
          </p:nvSpPr>
          <p:spPr>
            <a:xfrm rot="-5400000">
              <a:off x="5987081" y="246974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 name="Google Shape;76;p8"/>
            <p:cNvSpPr/>
            <p:nvPr/>
          </p:nvSpPr>
          <p:spPr>
            <a:xfrm flipH="1">
              <a:off x="6222115" y="2677179"/>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7" name="Google Shape;77;p8"/>
            <p:cNvSpPr/>
            <p:nvPr/>
          </p:nvSpPr>
          <p:spPr>
            <a:xfrm rot="-5400000">
              <a:off x="6675341" y="186224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8" name="Google Shape;78;p8"/>
            <p:cNvSpPr/>
            <p:nvPr/>
          </p:nvSpPr>
          <p:spPr>
            <a:xfrm flipH="1">
              <a:off x="6908099" y="2069680"/>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9" name="Google Shape;79;p8"/>
            <p:cNvSpPr/>
            <p:nvPr/>
          </p:nvSpPr>
          <p:spPr>
            <a:xfrm rot="-5400000">
              <a:off x="6861141" y="247808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0" name="Google Shape;80;p8"/>
            <p:cNvSpPr/>
            <p:nvPr/>
          </p:nvSpPr>
          <p:spPr>
            <a:xfrm flipH="1">
              <a:off x="7965266" y="269319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1" name="Google Shape;81;p8"/>
            <p:cNvSpPr/>
            <p:nvPr/>
          </p:nvSpPr>
          <p:spPr>
            <a:xfrm flipH="1">
              <a:off x="8145082" y="330903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2" name="Google Shape;82;p8"/>
            <p:cNvSpPr/>
            <p:nvPr/>
          </p:nvSpPr>
          <p:spPr>
            <a:xfrm rot="-5400000">
              <a:off x="7047599" y="309534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3" name="Google Shape;83;p8"/>
            <p:cNvSpPr/>
            <p:nvPr/>
          </p:nvSpPr>
          <p:spPr>
            <a:xfrm flipH="1">
              <a:off x="7276649" y="3302781"/>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 name="Google Shape;84;p8"/>
            <p:cNvSpPr/>
            <p:nvPr/>
          </p:nvSpPr>
          <p:spPr>
            <a:xfrm rot="-5400000">
              <a:off x="7227414" y="3711189"/>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 name="Google Shape;85;p8"/>
            <p:cNvSpPr/>
            <p:nvPr/>
          </p:nvSpPr>
          <p:spPr>
            <a:xfrm flipH="1">
              <a:off x="7462448" y="391862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 name="Google Shape;86;p8"/>
            <p:cNvSpPr/>
            <p:nvPr/>
          </p:nvSpPr>
          <p:spPr>
            <a:xfrm rot="-5400000">
              <a:off x="8102491" y="37188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7" name="Google Shape;87;p8"/>
            <p:cNvSpPr/>
            <p:nvPr/>
          </p:nvSpPr>
          <p:spPr>
            <a:xfrm flipH="1">
              <a:off x="8334533" y="392629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8" name="Google Shape;88;p8"/>
            <p:cNvSpPr/>
            <p:nvPr/>
          </p:nvSpPr>
          <p:spPr>
            <a:xfrm rot="-5400000">
              <a:off x="8288290" y="433470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89" name="Google Shape;89;p8"/>
          <p:cNvSpPr txBox="1">
            <a:spLocks noGrp="1"/>
          </p:cNvSpPr>
          <p:nvPr>
            <p:ph type="title"/>
          </p:nvPr>
        </p:nvSpPr>
        <p:spPr>
          <a:xfrm>
            <a:off x="823850" y="866775"/>
            <a:ext cx="4587000" cy="3521100"/>
          </a:xfrm>
          <a:prstGeom prst="rect">
            <a:avLst/>
          </a:prstGeom>
        </p:spPr>
        <p:txBody>
          <a:bodyPr spcFirstLastPara="1" wrap="square" lIns="91425" tIns="91425" rIns="91425" bIns="91425" anchor="ctr"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90" name="Google Shape;9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91"/>
        <p:cNvGrpSpPr/>
        <p:nvPr/>
      </p:nvGrpSpPr>
      <p:grpSpPr>
        <a:xfrm>
          <a:off x="0" y="0"/>
          <a:ext cx="0" cy="0"/>
          <a:chOff x="0" y="0"/>
          <a:chExt cx="0" cy="0"/>
        </a:xfrm>
      </p:grpSpPr>
      <p:grpSp>
        <p:nvGrpSpPr>
          <p:cNvPr id="92" name="Google Shape;92;p9"/>
          <p:cNvGrpSpPr/>
          <p:nvPr/>
        </p:nvGrpSpPr>
        <p:grpSpPr>
          <a:xfrm>
            <a:off x="0" y="381001"/>
            <a:ext cx="1037850" cy="1016287"/>
            <a:chOff x="0" y="381001"/>
            <a:chExt cx="1037850" cy="1016287"/>
          </a:xfrm>
        </p:grpSpPr>
        <p:sp>
          <p:nvSpPr>
            <p:cNvPr id="93" name="Google Shape;93;p9"/>
            <p:cNvSpPr/>
            <p:nvPr/>
          </p:nvSpPr>
          <p:spPr>
            <a:xfrm rot="-5400000">
              <a:off x="0" y="381001"/>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9"/>
            <p:cNvSpPr/>
            <p:nvPr/>
          </p:nvSpPr>
          <p:spPr>
            <a:xfrm flipH="1">
              <a:off x="229050" y="588489"/>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5" name="Google Shape;95;p9"/>
          <p:cNvSpPr txBox="1">
            <a:spLocks noGrp="1"/>
          </p:cNvSpPr>
          <p:nvPr>
            <p:ph type="title"/>
          </p:nvPr>
        </p:nvSpPr>
        <p:spPr>
          <a:xfrm>
            <a:off x="1297500" y="1658325"/>
            <a:ext cx="3036300" cy="1751700"/>
          </a:xfrm>
          <a:prstGeom prst="rect">
            <a:avLst/>
          </a:prstGeom>
        </p:spPr>
        <p:txBody>
          <a:bodyPr spcFirstLastPara="1" wrap="square" lIns="91425" tIns="91425" rIns="91425" bIns="91425" anchor="t"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96" name="Google Shape;96;p9"/>
          <p:cNvSpPr txBox="1">
            <a:spLocks noGrp="1"/>
          </p:cNvSpPr>
          <p:nvPr>
            <p:ph type="subTitle" idx="1"/>
          </p:nvPr>
        </p:nvSpPr>
        <p:spPr>
          <a:xfrm>
            <a:off x="1297500" y="3538000"/>
            <a:ext cx="3036300" cy="506100"/>
          </a:xfrm>
          <a:prstGeom prst="rect">
            <a:avLst/>
          </a:prstGeom>
        </p:spPr>
        <p:txBody>
          <a:bodyPr spcFirstLastPara="1" wrap="square" lIns="91425" tIns="91425" rIns="91425" bIns="91425" anchor="t" anchorCtr="0">
            <a:no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a:endParaRPr/>
          </a:p>
        </p:txBody>
      </p:sp>
      <p:sp>
        <p:nvSpPr>
          <p:cNvPr id="97" name="Google Shape;97;p9"/>
          <p:cNvSpPr txBox="1">
            <a:spLocks noGrp="1"/>
          </p:cNvSpPr>
          <p:nvPr>
            <p:ph type="body" idx="2"/>
          </p:nvPr>
        </p:nvSpPr>
        <p:spPr>
          <a:xfrm>
            <a:off x="4648200" y="1696600"/>
            <a:ext cx="3676800" cy="23475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98" name="Google Shape;98;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9"/>
        <p:cNvGrpSpPr/>
        <p:nvPr/>
      </p:nvGrpSpPr>
      <p:grpSpPr>
        <a:xfrm>
          <a:off x="0" y="0"/>
          <a:ext cx="0" cy="0"/>
          <a:chOff x="0" y="0"/>
          <a:chExt cx="0" cy="0"/>
        </a:xfrm>
      </p:grpSpPr>
      <p:grpSp>
        <p:nvGrpSpPr>
          <p:cNvPr id="100" name="Google Shape;100;p10"/>
          <p:cNvGrpSpPr/>
          <p:nvPr/>
        </p:nvGrpSpPr>
        <p:grpSpPr>
          <a:xfrm>
            <a:off x="0" y="4128572"/>
            <a:ext cx="698925" cy="684657"/>
            <a:chOff x="0" y="3785672"/>
            <a:chExt cx="698925" cy="684657"/>
          </a:xfrm>
        </p:grpSpPr>
        <p:sp>
          <p:nvSpPr>
            <p:cNvPr id="101" name="Google Shape;101;p10"/>
            <p:cNvSpPr/>
            <p:nvPr/>
          </p:nvSpPr>
          <p:spPr>
            <a:xfrm rot="-5400000">
              <a:off x="0" y="3785672"/>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 name="Google Shape;102;p10"/>
            <p:cNvSpPr/>
            <p:nvPr/>
          </p:nvSpPr>
          <p:spPr>
            <a:xfrm flipH="1">
              <a:off x="154125" y="3925529"/>
              <a:ext cx="544800" cy="544800"/>
            </a:xfrm>
            <a:prstGeom prst="diagStripe">
              <a:avLst>
                <a:gd name="adj" fmla="val 50000"/>
              </a:avLst>
            </a:prstGeom>
            <a:solidFill>
              <a:schemeClr val="lt1">
                <a:alpha val="962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3" name="Google Shape;103;p10"/>
          <p:cNvSpPr txBox="1">
            <a:spLocks noGrp="1"/>
          </p:cNvSpPr>
          <p:nvPr>
            <p:ph type="body" idx="1"/>
          </p:nvPr>
        </p:nvSpPr>
        <p:spPr>
          <a:xfrm>
            <a:off x="812725" y="4305375"/>
            <a:ext cx="6936000" cy="5238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300"/>
              <a:buNone/>
              <a:defRPr/>
            </a:lvl1pPr>
          </a:lstStyle>
          <a:p>
            <a:endParaRPr/>
          </a:p>
        </p:txBody>
      </p:sp>
      <p:sp>
        <p:nvSpPr>
          <p:cNvPr id="104" name="Google Shape;104;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105"/>
        <p:cNvGrpSpPr/>
        <p:nvPr/>
      </p:nvGrpSpPr>
      <p:grpSpPr>
        <a:xfrm>
          <a:off x="0" y="0"/>
          <a:ext cx="0" cy="0"/>
          <a:chOff x="0" y="0"/>
          <a:chExt cx="0" cy="0"/>
        </a:xfrm>
      </p:grpSpPr>
      <p:grpSp>
        <p:nvGrpSpPr>
          <p:cNvPr id="106" name="Google Shape;106;p11"/>
          <p:cNvGrpSpPr/>
          <p:nvPr/>
        </p:nvGrpSpPr>
        <p:grpSpPr>
          <a:xfrm>
            <a:off x="4406400" y="0"/>
            <a:ext cx="4737600" cy="5143065"/>
            <a:chOff x="4406400" y="0"/>
            <a:chExt cx="4737600" cy="5143065"/>
          </a:xfrm>
        </p:grpSpPr>
        <p:sp>
          <p:nvSpPr>
            <p:cNvPr id="107" name="Google Shape;107;p11"/>
            <p:cNvSpPr/>
            <p:nvPr/>
          </p:nvSpPr>
          <p:spPr>
            <a:xfrm rot="5400000">
              <a:off x="4408200" y="-1800"/>
              <a:ext cx="4734000" cy="4737600"/>
            </a:xfrm>
            <a:prstGeom prst="diagStripe">
              <a:avLst>
                <a:gd name="adj" fmla="val 49469"/>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11"/>
            <p:cNvSpPr/>
            <p:nvPr/>
          </p:nvSpPr>
          <p:spPr>
            <a:xfrm rot="5400000">
              <a:off x="4841125" y="5700"/>
              <a:ext cx="4298100" cy="4286700"/>
            </a:xfrm>
            <a:prstGeom prst="diagStripe">
              <a:avLst>
                <a:gd name="adj" fmla="val 0"/>
              </a:avLst>
            </a:prstGeom>
            <a:solidFill>
              <a:schemeClr val="lt1">
                <a:alpha val="346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 name="Google Shape;109;p11"/>
            <p:cNvSpPr/>
            <p:nvPr/>
          </p:nvSpPr>
          <p:spPr>
            <a:xfrm rot="-5400000">
              <a:off x="5618399" y="123646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11"/>
            <p:cNvSpPr/>
            <p:nvPr/>
          </p:nvSpPr>
          <p:spPr>
            <a:xfrm flipH="1">
              <a:off x="5849857" y="1443956"/>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 name="Google Shape;111;p11"/>
            <p:cNvSpPr/>
            <p:nvPr/>
          </p:nvSpPr>
          <p:spPr>
            <a:xfrm rot="-5400000">
              <a:off x="5987081" y="24694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 name="Google Shape;112;p11"/>
            <p:cNvSpPr/>
            <p:nvPr/>
          </p:nvSpPr>
          <p:spPr>
            <a:xfrm flipH="1">
              <a:off x="6222115" y="267695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 name="Google Shape;113;p11"/>
            <p:cNvSpPr/>
            <p:nvPr/>
          </p:nvSpPr>
          <p:spPr>
            <a:xfrm rot="-5400000">
              <a:off x="6675341" y="1862018"/>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 name="Google Shape;114;p11"/>
            <p:cNvSpPr/>
            <p:nvPr/>
          </p:nvSpPr>
          <p:spPr>
            <a:xfrm flipH="1">
              <a:off x="6908099" y="2069505"/>
              <a:ext cx="808800" cy="808800"/>
            </a:xfrm>
            <a:prstGeom prst="diagStripe">
              <a:avLst>
                <a:gd name="adj" fmla="val 50000"/>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11"/>
            <p:cNvSpPr/>
            <p:nvPr/>
          </p:nvSpPr>
          <p:spPr>
            <a:xfrm rot="-5400000">
              <a:off x="6861141" y="247781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11"/>
            <p:cNvSpPr/>
            <p:nvPr/>
          </p:nvSpPr>
          <p:spPr>
            <a:xfrm flipH="1">
              <a:off x="7965266" y="269296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11"/>
            <p:cNvSpPr/>
            <p:nvPr/>
          </p:nvSpPr>
          <p:spPr>
            <a:xfrm flipH="1">
              <a:off x="8145082" y="330875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11"/>
            <p:cNvSpPr/>
            <p:nvPr/>
          </p:nvSpPr>
          <p:spPr>
            <a:xfrm rot="-5400000">
              <a:off x="7047599" y="309501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11"/>
            <p:cNvSpPr/>
            <p:nvPr/>
          </p:nvSpPr>
          <p:spPr>
            <a:xfrm flipH="1">
              <a:off x="7276649" y="3302502"/>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 name="Google Shape;120;p11"/>
            <p:cNvSpPr/>
            <p:nvPr/>
          </p:nvSpPr>
          <p:spPr>
            <a:xfrm rot="-5400000">
              <a:off x="7227414" y="3710807"/>
              <a:ext cx="808800" cy="808800"/>
            </a:xfrm>
            <a:prstGeom prst="diagStripe">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 name="Google Shape;121;p11"/>
            <p:cNvSpPr/>
            <p:nvPr/>
          </p:nvSpPr>
          <p:spPr>
            <a:xfrm flipH="1">
              <a:off x="7462448" y="3918294"/>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11"/>
            <p:cNvSpPr/>
            <p:nvPr/>
          </p:nvSpPr>
          <p:spPr>
            <a:xfrm rot="-5400000">
              <a:off x="8102491" y="3718473"/>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11"/>
            <p:cNvSpPr/>
            <p:nvPr/>
          </p:nvSpPr>
          <p:spPr>
            <a:xfrm flipH="1">
              <a:off x="8334533" y="3925960"/>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11"/>
            <p:cNvSpPr/>
            <p:nvPr/>
          </p:nvSpPr>
          <p:spPr>
            <a:xfrm rot="-5400000">
              <a:off x="8288290" y="4334265"/>
              <a:ext cx="808800" cy="808800"/>
            </a:xfrm>
            <a:prstGeom prst="diagStripe">
              <a:avLst>
                <a:gd name="adj" fmla="val 50000"/>
              </a:avLst>
            </a:prstGeom>
            <a:solidFill>
              <a:schemeClr val="lt1">
                <a:alpha val="7310"/>
              </a:scheme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5" name="Google Shape;125;p11"/>
          <p:cNvSpPr txBox="1">
            <a:spLocks noGrp="1"/>
          </p:cNvSpPr>
          <p:nvPr>
            <p:ph type="title" hasCustomPrompt="1"/>
          </p:nvPr>
        </p:nvSpPr>
        <p:spPr>
          <a:xfrm>
            <a:off x="823850" y="1284675"/>
            <a:ext cx="4776000" cy="1300800"/>
          </a:xfrm>
          <a:prstGeom prst="rect">
            <a:avLst/>
          </a:prstGeom>
        </p:spPr>
        <p:txBody>
          <a:bodyPr spcFirstLastPara="1" wrap="square" lIns="91425" tIns="91425" rIns="91425" bIns="91425" anchor="t" anchorCtr="0">
            <a:no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26" name="Google Shape;126;p11"/>
          <p:cNvSpPr txBox="1">
            <a:spLocks noGrp="1"/>
          </p:cNvSpPr>
          <p:nvPr>
            <p:ph type="body" idx="1"/>
          </p:nvPr>
        </p:nvSpPr>
        <p:spPr>
          <a:xfrm>
            <a:off x="823850" y="2643124"/>
            <a:ext cx="4776000" cy="1218900"/>
          </a:xfrm>
          <a:prstGeom prst="rect">
            <a:avLst/>
          </a:prstGeom>
        </p:spPr>
        <p:txBody>
          <a:bodyPr spcFirstLastPara="1" wrap="square" lIns="91425" tIns="91425" rIns="91425" bIns="91425" anchor="t" anchorCtr="0">
            <a:noAutofit/>
          </a:bodyPr>
          <a:lstStyle>
            <a:lvl1pPr marL="457200" lvl="0" indent="-311150">
              <a:spcBef>
                <a:spcPts val="0"/>
              </a:spcBef>
              <a:spcAft>
                <a:spcPts val="0"/>
              </a:spcAft>
              <a:buSzPts val="1300"/>
              <a:buChar char="●"/>
              <a:defRPr/>
            </a:lvl1pPr>
            <a:lvl2pPr marL="914400" lvl="1" indent="-298450">
              <a:spcBef>
                <a:spcPts val="1600"/>
              </a:spcBef>
              <a:spcAft>
                <a:spcPts val="0"/>
              </a:spcAft>
              <a:buSzPts val="1100"/>
              <a:buChar char="○"/>
              <a:defRPr/>
            </a:lvl2pPr>
            <a:lvl3pPr marL="1371600" lvl="2" indent="-298450">
              <a:spcBef>
                <a:spcPts val="1600"/>
              </a:spcBef>
              <a:spcAft>
                <a:spcPts val="0"/>
              </a:spcAft>
              <a:buSzPts val="1100"/>
              <a:buChar char="■"/>
              <a:defRPr/>
            </a:lvl3pPr>
            <a:lvl4pPr marL="1828800" lvl="3" indent="-298450">
              <a:spcBef>
                <a:spcPts val="1600"/>
              </a:spcBef>
              <a:spcAft>
                <a:spcPts val="0"/>
              </a:spcAft>
              <a:buSzPts val="1100"/>
              <a:buChar char="●"/>
              <a:defRPr/>
            </a:lvl4pPr>
            <a:lvl5pPr marL="2286000" lvl="4" indent="-298450">
              <a:spcBef>
                <a:spcPts val="1600"/>
              </a:spcBef>
              <a:spcAft>
                <a:spcPts val="0"/>
              </a:spcAft>
              <a:buSzPts val="1100"/>
              <a:buChar char="○"/>
              <a:defRPr/>
            </a:lvl5pPr>
            <a:lvl6pPr marL="2743200" lvl="5" indent="-298450">
              <a:spcBef>
                <a:spcPts val="1600"/>
              </a:spcBef>
              <a:spcAft>
                <a:spcPts val="0"/>
              </a:spcAft>
              <a:buSzPts val="1100"/>
              <a:buChar char="■"/>
              <a:defRPr/>
            </a:lvl6pPr>
            <a:lvl7pPr marL="3200400" lvl="6" indent="-298450">
              <a:spcBef>
                <a:spcPts val="1600"/>
              </a:spcBef>
              <a:spcAft>
                <a:spcPts val="0"/>
              </a:spcAft>
              <a:buSzPts val="1100"/>
              <a:buChar char="●"/>
              <a:defRPr/>
            </a:lvl7pPr>
            <a:lvl8pPr marL="3657600" lvl="7" indent="-298450">
              <a:spcBef>
                <a:spcPts val="1600"/>
              </a:spcBef>
              <a:spcAft>
                <a:spcPts val="0"/>
              </a:spcAft>
              <a:buSzPts val="1100"/>
              <a:buChar char="○"/>
              <a:defRPr/>
            </a:lvl8pPr>
            <a:lvl9pPr marL="4114800" lvl="8" indent="-298450">
              <a:spcBef>
                <a:spcPts val="1600"/>
              </a:spcBef>
              <a:spcAft>
                <a:spcPts val="1600"/>
              </a:spcAft>
              <a:buSzPts val="1100"/>
              <a:buChar char="■"/>
              <a:defRPr/>
            </a:lvl9pPr>
          </a:lstStyle>
          <a:p>
            <a:endParaRPr/>
          </a:p>
        </p:txBody>
      </p:sp>
      <p:sp>
        <p:nvSpPr>
          <p:cNvPr id="127" name="Google Shape;12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28"/>
        <p:cNvGrpSpPr/>
        <p:nvPr/>
      </p:nvGrpSpPr>
      <p:grpSpPr>
        <a:xfrm>
          <a:off x="0" y="0"/>
          <a:ext cx="0" cy="0"/>
          <a:chOff x="0" y="0"/>
          <a:chExt cx="0" cy="0"/>
        </a:xfrm>
      </p:grpSpPr>
      <p:sp>
        <p:nvSpPr>
          <p:cNvPr id="129" name="Google Shape;12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focus">
    <p:bg>
      <p:bgPr>
        <a:solidFill>
          <a:schemeClr val="dk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1115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marL="914400" lvl="1"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2pPr>
            <a:lvl3pPr marL="1371600" lvl="2"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3pPr>
            <a:lvl4pPr marL="1828800" lvl="3"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4pPr>
            <a:lvl5pPr marL="2286000" lvl="4"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5pPr>
            <a:lvl6pPr marL="2743200" lvl="5"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6pPr>
            <a:lvl7pPr marL="3200400" lvl="6"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7pPr>
            <a:lvl8pPr marL="3657600" lvl="7" indent="-298450">
              <a:lnSpc>
                <a:spcPct val="115000"/>
              </a:lnSpc>
              <a:spcBef>
                <a:spcPts val="1600"/>
              </a:spcBef>
              <a:spcAft>
                <a:spcPts val="0"/>
              </a:spcAft>
              <a:buClr>
                <a:schemeClr val="lt1"/>
              </a:buClr>
              <a:buSzPts val="1100"/>
              <a:buFont typeface="Lato"/>
              <a:buChar char="○"/>
              <a:defRPr sz="1100">
                <a:solidFill>
                  <a:schemeClr val="lt1"/>
                </a:solidFill>
                <a:latin typeface="Lato"/>
                <a:ea typeface="Lato"/>
                <a:cs typeface="Lato"/>
                <a:sym typeface="Lato"/>
              </a:defRPr>
            </a:lvl8pPr>
            <a:lvl9pPr marL="4114800" lvl="8" indent="-298450">
              <a:lnSpc>
                <a:spcPct val="115000"/>
              </a:lnSpc>
              <a:spcBef>
                <a:spcPts val="1600"/>
              </a:spcBef>
              <a:spcAft>
                <a:spcPts val="1600"/>
              </a:spcAft>
              <a:buClr>
                <a:schemeClr val="lt1"/>
              </a:buClr>
              <a:buSzPts val="1100"/>
              <a:buFont typeface="Lato"/>
              <a:buChar char="■"/>
              <a:defRPr sz="1100">
                <a:solidFill>
                  <a:schemeClr val="lt1"/>
                </a:solidFill>
                <a:latin typeface="Lato"/>
                <a:ea typeface="Lato"/>
                <a:cs typeface="Lato"/>
                <a:sym typeface="Lato"/>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3.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5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9.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0.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6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1.xml"/><Relationship Id="rId1" Type="http://schemas.openxmlformats.org/officeDocument/2006/relationships/slideLayout" Target="../slideLayouts/slideLayout4.xml"/></Relationships>
</file>

<file path=ppt/slides/_rels/slide6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2.xml"/><Relationship Id="rId1" Type="http://schemas.openxmlformats.org/officeDocument/2006/relationships/slideLayout" Target="../slideLayouts/slideLayout4.xml"/></Relationships>
</file>

<file path=ppt/slides/_rels/slide6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3.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64.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5.xml"/><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66.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66.xml"/><Relationship Id="rId1" Type="http://schemas.openxmlformats.org/officeDocument/2006/relationships/slideLayout" Target="../slideLayouts/slideLayout4.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7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13"/>
          <p:cNvSpPr txBox="1">
            <a:spLocks noGrp="1"/>
          </p:cNvSpPr>
          <p:nvPr>
            <p:ph type="ctrTitle"/>
          </p:nvPr>
        </p:nvSpPr>
        <p:spPr>
          <a:xfrm>
            <a:off x="3537150" y="1578400"/>
            <a:ext cx="5017500" cy="15789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Descriptive Statistics</a:t>
            </a:r>
            <a:endParaRPr/>
          </a:p>
        </p:txBody>
      </p:sp>
      <p:sp>
        <p:nvSpPr>
          <p:cNvPr id="135" name="Google Shape;135;p13"/>
          <p:cNvSpPr txBox="1">
            <a:spLocks noGrp="1"/>
          </p:cNvSpPr>
          <p:nvPr>
            <p:ph type="subTitle" idx="1"/>
          </p:nvPr>
        </p:nvSpPr>
        <p:spPr>
          <a:xfrm>
            <a:off x="5083950" y="3924925"/>
            <a:ext cx="3470700" cy="506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t>Kevin Pamilagas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39"/>
        <p:cNvGrpSpPr/>
        <p:nvPr/>
      </p:nvGrpSpPr>
      <p:grpSpPr>
        <a:xfrm>
          <a:off x="0" y="0"/>
          <a:ext cx="0" cy="0"/>
          <a:chOff x="0" y="0"/>
          <a:chExt cx="0" cy="0"/>
        </a:xfrm>
      </p:grpSpPr>
      <p:sp>
        <p:nvSpPr>
          <p:cNvPr id="140" name="Google Shape;140;p1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Why Descriptive Statistics?</a:t>
            </a:r>
            <a:endParaRPr sz="3000"/>
          </a:p>
        </p:txBody>
      </p:sp>
      <p:sp>
        <p:nvSpPr>
          <p:cNvPr id="141" name="Google Shape;141;p1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sp>
        <p:nvSpPr>
          <p:cNvPr id="146" name="Google Shape;146;p1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Why Descriptive Statistics?</a:t>
            </a:r>
            <a:endParaRPr sz="3000"/>
          </a:p>
        </p:txBody>
      </p:sp>
      <p:sp>
        <p:nvSpPr>
          <p:cNvPr id="147" name="Google Shape;147;p1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48" name="Google Shape;148;p15"/>
          <p:cNvPicPr preferRelativeResize="0"/>
          <p:nvPr/>
        </p:nvPicPr>
        <p:blipFill>
          <a:blip r:embed="rId3">
            <a:alphaModFix/>
          </a:blip>
          <a:stretch>
            <a:fillRect/>
          </a:stretch>
        </p:blipFill>
        <p:spPr>
          <a:xfrm>
            <a:off x="2482700" y="1623387"/>
            <a:ext cx="4178599" cy="2799526"/>
          </a:xfrm>
          <a:prstGeom prst="rect">
            <a:avLst/>
          </a:prstGeom>
          <a:noFill/>
          <a:ln>
            <a:noFill/>
          </a:ln>
        </p:spPr>
      </p:pic>
      <p:pic>
        <p:nvPicPr>
          <p:cNvPr id="149" name="Google Shape;149;p15"/>
          <p:cNvPicPr preferRelativeResize="0"/>
          <p:nvPr/>
        </p:nvPicPr>
        <p:blipFill>
          <a:blip r:embed="rId4">
            <a:alphaModFix/>
          </a:blip>
          <a:stretch>
            <a:fillRect/>
          </a:stretch>
        </p:blipFill>
        <p:spPr>
          <a:xfrm>
            <a:off x="3054450" y="1756125"/>
            <a:ext cx="3051624" cy="1714001"/>
          </a:xfrm>
          <a:prstGeom prst="rect">
            <a:avLst/>
          </a:prstGeom>
          <a:noFill/>
          <a:ln>
            <a:noFill/>
          </a:ln>
          <a:effectLst>
            <a:outerShdw blurRad="57150" dist="19050" dir="5400000" algn="bl" rotWithShape="0">
              <a:srgbClr val="000000">
                <a:alpha val="35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p1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Why Descriptive Statistics?</a:t>
            </a:r>
            <a:endParaRPr sz="3000"/>
          </a:p>
        </p:txBody>
      </p:sp>
      <p:sp>
        <p:nvSpPr>
          <p:cNvPr id="155" name="Google Shape;155;p1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a:p>
        </p:txBody>
      </p:sp>
      <p:pic>
        <p:nvPicPr>
          <p:cNvPr id="156" name="Google Shape;156;p16"/>
          <p:cNvPicPr preferRelativeResize="0"/>
          <p:nvPr/>
        </p:nvPicPr>
        <p:blipFill>
          <a:blip r:embed="rId3">
            <a:alphaModFix/>
          </a:blip>
          <a:stretch>
            <a:fillRect/>
          </a:stretch>
        </p:blipFill>
        <p:spPr>
          <a:xfrm>
            <a:off x="2482700" y="1623387"/>
            <a:ext cx="4178599" cy="2799526"/>
          </a:xfrm>
          <a:prstGeom prst="rect">
            <a:avLst/>
          </a:prstGeom>
          <a:noFill/>
          <a:ln>
            <a:noFill/>
          </a:ln>
        </p:spPr>
      </p:pic>
      <p:pic>
        <p:nvPicPr>
          <p:cNvPr id="157" name="Google Shape;157;p16"/>
          <p:cNvPicPr preferRelativeResize="0"/>
          <p:nvPr/>
        </p:nvPicPr>
        <p:blipFill>
          <a:blip r:embed="rId4">
            <a:alphaModFix/>
          </a:blip>
          <a:stretch>
            <a:fillRect/>
          </a:stretch>
        </p:blipFill>
        <p:spPr>
          <a:xfrm>
            <a:off x="3054450" y="1756125"/>
            <a:ext cx="3051624" cy="1714001"/>
          </a:xfrm>
          <a:prstGeom prst="rect">
            <a:avLst/>
          </a:prstGeom>
          <a:noFill/>
          <a:ln>
            <a:noFill/>
          </a:ln>
          <a:effectLst>
            <a:outerShdw blurRad="57150" dist="19050" dir="5400000" algn="bl" rotWithShape="0">
              <a:srgbClr val="000000">
                <a:alpha val="35000"/>
              </a:srgbClr>
            </a:outerShdw>
          </a:effectLst>
        </p:spPr>
      </p:pic>
      <p:pic>
        <p:nvPicPr>
          <p:cNvPr id="158" name="Google Shape;158;p16"/>
          <p:cNvPicPr preferRelativeResize="0"/>
          <p:nvPr/>
        </p:nvPicPr>
        <p:blipFill>
          <a:blip r:embed="rId5">
            <a:alphaModFix/>
          </a:blip>
          <a:stretch>
            <a:fillRect/>
          </a:stretch>
        </p:blipFill>
        <p:spPr>
          <a:xfrm>
            <a:off x="2846575" y="1942589"/>
            <a:ext cx="3450851" cy="21611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1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164" name="Google Shape;164;p1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“Descriptive statistics implies a simple quantitative summary of a data set that has been collected. It helps us understand the experiment or data set in detail and tells us everything we need to put the data in perspective.”</a:t>
            </a:r>
            <a:endParaRPr sz="2400"/>
          </a:p>
          <a:p>
            <a:pPr marL="0" lvl="0" indent="0" algn="l" rtl="0">
              <a:spcBef>
                <a:spcPts val="1600"/>
              </a:spcBef>
              <a:spcAft>
                <a:spcPts val="1600"/>
              </a:spcAft>
              <a:buNone/>
            </a:pPr>
            <a:r>
              <a:rPr lang="en" sz="2400"/>
              <a:t>								</a:t>
            </a:r>
            <a:r>
              <a:rPr lang="en" sz="1800"/>
              <a:t>-Lyndsay T. Wilson</a:t>
            </a:r>
            <a:endParaRPr sz="18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sp>
        <p:nvSpPr>
          <p:cNvPr id="169" name="Google Shape;169;p1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170" name="Google Shape;170;p18"/>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l" rtl="0">
              <a:spcBef>
                <a:spcPts val="1600"/>
              </a:spcBef>
              <a:spcAft>
                <a:spcPts val="1600"/>
              </a:spcAft>
              <a:buNone/>
            </a:pPr>
            <a:endParaRPr sz="24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74"/>
        <p:cNvGrpSpPr/>
        <p:nvPr/>
      </p:nvGrpSpPr>
      <p:grpSpPr>
        <a:xfrm>
          <a:off x="0" y="0"/>
          <a:ext cx="0" cy="0"/>
          <a:chOff x="0" y="0"/>
          <a:chExt cx="0" cy="0"/>
        </a:xfrm>
      </p:grpSpPr>
      <p:sp>
        <p:nvSpPr>
          <p:cNvPr id="175" name="Google Shape;175;p1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176" name="Google Shape;176;p19"/>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sz="2400"/>
              <a:t>Measures of:</a:t>
            </a:r>
            <a:endParaRPr sz="2400"/>
          </a:p>
          <a:p>
            <a:pPr marL="0" lvl="0" indent="0" algn="l" rtl="0">
              <a:spcBef>
                <a:spcPts val="1600"/>
              </a:spcBef>
              <a:spcAft>
                <a:spcPts val="1600"/>
              </a:spcAft>
              <a:buNone/>
            </a:pPr>
            <a:endParaRPr sz="24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2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182" name="Google Shape;182;p20"/>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Measures of:</a:t>
            </a:r>
            <a:endParaRPr sz="2400" dirty="0"/>
          </a:p>
          <a:p>
            <a:pPr marL="914400" lvl="0" indent="-381000" algn="l" rtl="0">
              <a:spcBef>
                <a:spcPts val="1600"/>
              </a:spcBef>
              <a:spcAft>
                <a:spcPts val="0"/>
              </a:spcAft>
              <a:buSzPts val="2400"/>
              <a:buAutoNum type="arabicPeriod"/>
            </a:pPr>
            <a:r>
              <a:rPr lang="en" sz="2400" dirty="0"/>
              <a:t>Central Tendency (Location)</a:t>
            </a:r>
            <a:endParaRPr sz="2400" dirty="0"/>
          </a:p>
          <a:p>
            <a:pPr marL="0" lvl="0" indent="0" algn="l" rtl="0">
              <a:spcBef>
                <a:spcPts val="1600"/>
              </a:spcBef>
              <a:spcAft>
                <a:spcPts val="1600"/>
              </a:spcAft>
              <a:buNone/>
            </a:pPr>
            <a:endParaRPr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7" name="Google Shape;187;p2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188" name="Google Shape;188;p21"/>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Measures of:</a:t>
            </a:r>
            <a:endParaRPr sz="2400" dirty="0"/>
          </a:p>
          <a:p>
            <a:pPr marL="914400" lvl="0" indent="-381000" algn="l" rtl="0">
              <a:spcBef>
                <a:spcPts val="1600"/>
              </a:spcBef>
              <a:spcAft>
                <a:spcPts val="0"/>
              </a:spcAft>
              <a:buSzPts val="2400"/>
              <a:buAutoNum type="arabicPeriod"/>
            </a:pPr>
            <a:r>
              <a:rPr lang="en" sz="2400" dirty="0"/>
              <a:t>Central Tendency (Location)</a:t>
            </a:r>
            <a:endParaRPr sz="2400" dirty="0"/>
          </a:p>
          <a:p>
            <a:pPr marL="914400" lvl="0" indent="-381000" algn="l" rtl="0">
              <a:spcBef>
                <a:spcPts val="0"/>
              </a:spcBef>
              <a:spcAft>
                <a:spcPts val="0"/>
              </a:spcAft>
              <a:buSzPts val="2400"/>
              <a:buAutoNum type="arabicPeriod"/>
            </a:pPr>
            <a:r>
              <a:rPr lang="en" sz="2400" dirty="0"/>
              <a:t>Dispersion (Spread)</a:t>
            </a:r>
            <a:endParaRP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2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194" name="Google Shape;194;p2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Measures of:</a:t>
            </a:r>
            <a:endParaRPr sz="2400" dirty="0"/>
          </a:p>
          <a:p>
            <a:pPr marL="914400" lvl="0" indent="-381000" algn="l" rtl="0">
              <a:spcBef>
                <a:spcPts val="1600"/>
              </a:spcBef>
              <a:spcAft>
                <a:spcPts val="0"/>
              </a:spcAft>
              <a:buClr>
                <a:schemeClr val="accent2"/>
              </a:buClr>
              <a:buSzPts val="2400"/>
              <a:buAutoNum type="arabicPeriod"/>
            </a:pPr>
            <a:r>
              <a:rPr lang="en" sz="2400" b="1" dirty="0">
                <a:solidFill>
                  <a:schemeClr val="accent2"/>
                </a:solidFill>
              </a:rPr>
              <a:t>Central Tendency (Location)</a:t>
            </a:r>
            <a:endParaRPr sz="2400" b="1" dirty="0">
              <a:solidFill>
                <a:schemeClr val="accent2"/>
              </a:solidFill>
            </a:endParaRPr>
          </a:p>
          <a:p>
            <a:pPr marL="914400" lvl="0" indent="-381000" algn="l" rtl="0">
              <a:spcBef>
                <a:spcPts val="0"/>
              </a:spcBef>
              <a:spcAft>
                <a:spcPts val="0"/>
              </a:spcAft>
              <a:buSzPts val="2400"/>
              <a:buAutoNum type="arabicPeriod"/>
            </a:pPr>
            <a:r>
              <a:rPr lang="en" sz="2400" dirty="0"/>
              <a:t>Dispersion (Spread)</a:t>
            </a:r>
            <a:endParaRPr sz="2400" dirty="0"/>
          </a:p>
          <a:p>
            <a:pPr marL="0" lvl="0" indent="0" algn="l" rtl="0">
              <a:spcBef>
                <a:spcPts val="1600"/>
              </a:spcBef>
              <a:spcAft>
                <a:spcPts val="1600"/>
              </a:spcAft>
              <a:buNone/>
            </a:pPr>
            <a:endParaRPr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2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a:t>
            </a:r>
            <a:endParaRPr sz="3000"/>
          </a:p>
        </p:txBody>
      </p:sp>
      <p:sp>
        <p:nvSpPr>
          <p:cNvPr id="200" name="Google Shape;200;p2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l" rtl="0">
              <a:spcBef>
                <a:spcPts val="1600"/>
              </a:spcBef>
              <a:spcAft>
                <a:spcPts val="1600"/>
              </a:spcAft>
              <a:buNone/>
            </a:pPr>
            <a:endParaRPr sz="24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a:t>
            </a:r>
            <a:endParaRPr sz="3000"/>
          </a:p>
        </p:txBody>
      </p:sp>
      <p:sp>
        <p:nvSpPr>
          <p:cNvPr id="212" name="Google Shape;212;p2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“Center” of the data</a:t>
            </a:r>
            <a:endParaRPr sz="2400"/>
          </a:p>
          <a:p>
            <a:pPr marL="0" lvl="0" indent="0" algn="l" rtl="0">
              <a:spcBef>
                <a:spcPts val="1600"/>
              </a:spcBef>
              <a:spcAft>
                <a:spcPts val="1600"/>
              </a:spcAft>
              <a:buNone/>
            </a:pPr>
            <a:r>
              <a:rPr lang="en" sz="2400"/>
              <a:t>Measures:</a:t>
            </a:r>
            <a:endParaRPr sz="24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28"/>
        <p:cNvGrpSpPr/>
        <p:nvPr/>
      </p:nvGrpSpPr>
      <p:grpSpPr>
        <a:xfrm>
          <a:off x="0" y="0"/>
          <a:ext cx="0" cy="0"/>
          <a:chOff x="0" y="0"/>
          <a:chExt cx="0" cy="0"/>
        </a:xfrm>
      </p:grpSpPr>
      <p:sp>
        <p:nvSpPr>
          <p:cNvPr id="229" name="Google Shape;229;p2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a:t>
            </a:r>
            <a:endParaRPr sz="3000"/>
          </a:p>
        </p:txBody>
      </p:sp>
      <p:sp>
        <p:nvSpPr>
          <p:cNvPr id="230" name="Google Shape;230;p2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“Center” of the data</a:t>
            </a:r>
            <a:endParaRPr sz="2400"/>
          </a:p>
          <a:p>
            <a:pPr marL="0" lvl="0" indent="0" algn="l" rtl="0">
              <a:spcBef>
                <a:spcPts val="1600"/>
              </a:spcBef>
              <a:spcAft>
                <a:spcPts val="0"/>
              </a:spcAft>
              <a:buNone/>
            </a:pPr>
            <a:r>
              <a:rPr lang="en" sz="2400"/>
              <a:t>Measures:</a:t>
            </a:r>
            <a:endParaRPr sz="2400"/>
          </a:p>
          <a:p>
            <a:pPr marL="914400" lvl="0" indent="-381000" algn="l" rtl="0">
              <a:spcBef>
                <a:spcPts val="1600"/>
              </a:spcBef>
              <a:spcAft>
                <a:spcPts val="0"/>
              </a:spcAft>
              <a:buSzPts val="2400"/>
              <a:buAutoNum type="arabicPeriod"/>
            </a:pPr>
            <a:r>
              <a:rPr lang="en" sz="2400"/>
              <a:t>Mean</a:t>
            </a:r>
            <a:endParaRPr sz="2400"/>
          </a:p>
          <a:p>
            <a:pPr marL="914400" lvl="0" indent="-381000" algn="l" rtl="0">
              <a:spcBef>
                <a:spcPts val="0"/>
              </a:spcBef>
              <a:spcAft>
                <a:spcPts val="0"/>
              </a:spcAft>
              <a:buSzPts val="2400"/>
              <a:buAutoNum type="arabicPeriod"/>
            </a:pPr>
            <a:r>
              <a:rPr lang="en" sz="2400"/>
              <a:t>Median</a:t>
            </a:r>
            <a:endParaRPr sz="2400"/>
          </a:p>
          <a:p>
            <a:pPr marL="914400" lvl="0" indent="-381000" algn="l" rtl="0">
              <a:spcBef>
                <a:spcPts val="0"/>
              </a:spcBef>
              <a:spcAft>
                <a:spcPts val="0"/>
              </a:spcAft>
              <a:buSzPts val="2400"/>
              <a:buAutoNum type="arabicPeriod"/>
            </a:pPr>
            <a:r>
              <a:rPr lang="en" sz="2400"/>
              <a:t>Mode</a:t>
            </a:r>
            <a:endParaRPr sz="24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2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Mean</a:t>
            </a:r>
            <a:endParaRPr sz="3000" b="1">
              <a:solidFill>
                <a:schemeClr val="lt2"/>
              </a:solidFill>
            </a:endParaRPr>
          </a:p>
        </p:txBody>
      </p:sp>
      <p:sp>
        <p:nvSpPr>
          <p:cNvPr id="236" name="Google Shape;236;p2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0"/>
              </a:spcAft>
              <a:buNone/>
            </a:pPr>
            <a:endParaRPr sz="2400"/>
          </a:p>
          <a:p>
            <a:pPr marL="0" lvl="0" indent="0" algn="l" rtl="0">
              <a:spcBef>
                <a:spcPts val="1600"/>
              </a:spcBef>
              <a:spcAft>
                <a:spcPts val="1600"/>
              </a:spcAft>
              <a:buNone/>
            </a:pPr>
            <a:endParaRPr sz="24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Mean</a:t>
            </a:r>
            <a:endParaRPr sz="3000" b="1">
              <a:solidFill>
                <a:schemeClr val="lt2"/>
              </a:solidFill>
            </a:endParaRPr>
          </a:p>
        </p:txBody>
      </p:sp>
      <p:sp>
        <p:nvSpPr>
          <p:cNvPr id="242" name="Google Shape;242;p3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“Average” </a:t>
            </a:r>
            <a:endParaRPr sz="2400"/>
          </a:p>
          <a:p>
            <a:pPr marL="0" lvl="0" indent="0" algn="l" rtl="0">
              <a:spcBef>
                <a:spcPts val="1600"/>
              </a:spcBef>
              <a:spcAft>
                <a:spcPts val="0"/>
              </a:spcAft>
              <a:buNone/>
            </a:pPr>
            <a:endParaRPr/>
          </a:p>
          <a:p>
            <a:pPr marL="0" lvl="0" indent="0" algn="l" rtl="0">
              <a:spcBef>
                <a:spcPts val="1600"/>
              </a:spcBef>
              <a:spcAft>
                <a:spcPts val="0"/>
              </a:spcAft>
              <a:buNone/>
            </a:pPr>
            <a:endParaRPr sz="2400"/>
          </a:p>
          <a:p>
            <a:pPr marL="0" lvl="0" indent="0" algn="l" rtl="0">
              <a:spcBef>
                <a:spcPts val="1600"/>
              </a:spcBef>
              <a:spcAft>
                <a:spcPts val="1600"/>
              </a:spcAft>
              <a:buNone/>
            </a:pPr>
            <a:endParaRPr sz="24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sp>
        <p:nvSpPr>
          <p:cNvPr id="247" name="Google Shape;247;p3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Mean</a:t>
            </a:r>
            <a:endParaRPr sz="3000" b="1">
              <a:solidFill>
                <a:schemeClr val="lt2"/>
              </a:solidFill>
            </a:endParaRPr>
          </a:p>
        </p:txBody>
      </p:sp>
      <p:sp>
        <p:nvSpPr>
          <p:cNvPr id="248" name="Google Shape;248;p31"/>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“Average” =</a:t>
            </a:r>
            <a:endParaRPr sz="2400"/>
          </a:p>
          <a:p>
            <a:pPr marL="0" lvl="0" indent="0" algn="l" rtl="0">
              <a:spcBef>
                <a:spcPts val="1600"/>
              </a:spcBef>
              <a:spcAft>
                <a:spcPts val="0"/>
              </a:spcAft>
              <a:buNone/>
            </a:pPr>
            <a:endParaRPr/>
          </a:p>
          <a:p>
            <a:pPr marL="0" lvl="0" indent="0" algn="l" rtl="0">
              <a:spcBef>
                <a:spcPts val="1600"/>
              </a:spcBef>
              <a:spcAft>
                <a:spcPts val="0"/>
              </a:spcAft>
              <a:buNone/>
            </a:pPr>
            <a:endParaRPr sz="2400"/>
          </a:p>
          <a:p>
            <a:pPr marL="0" lvl="0" indent="0" algn="l" rtl="0">
              <a:spcBef>
                <a:spcPts val="1600"/>
              </a:spcBef>
              <a:spcAft>
                <a:spcPts val="1600"/>
              </a:spcAft>
              <a:buNone/>
            </a:pPr>
            <a:endParaRPr sz="2400"/>
          </a:p>
        </p:txBody>
      </p:sp>
      <p:pic>
        <p:nvPicPr>
          <p:cNvPr id="249" name="Google Shape;249;p31"/>
          <p:cNvPicPr preferRelativeResize="0"/>
          <p:nvPr/>
        </p:nvPicPr>
        <p:blipFill rotWithShape="1">
          <a:blip r:embed="rId3">
            <a:alphaModFix/>
          </a:blip>
          <a:srcRect l="31346" r="6641"/>
          <a:stretch/>
        </p:blipFill>
        <p:spPr>
          <a:xfrm>
            <a:off x="3005275" y="1369175"/>
            <a:ext cx="2365900" cy="95045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7"/>
        <p:cNvGrpSpPr/>
        <p:nvPr/>
      </p:nvGrpSpPr>
      <p:grpSpPr>
        <a:xfrm>
          <a:off x="0" y="0"/>
          <a:ext cx="0" cy="0"/>
          <a:chOff x="0" y="0"/>
          <a:chExt cx="0" cy="0"/>
        </a:xfrm>
      </p:grpSpPr>
      <p:sp>
        <p:nvSpPr>
          <p:cNvPr id="268" name="Google Shape;268;p3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Mean</a:t>
            </a:r>
            <a:endParaRPr sz="3000" b="1">
              <a:solidFill>
                <a:schemeClr val="lt2"/>
              </a:solidFill>
            </a:endParaRPr>
          </a:p>
        </p:txBody>
      </p:sp>
      <p:sp>
        <p:nvSpPr>
          <p:cNvPr id="269" name="Google Shape;269;p3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“Average” =</a:t>
            </a:r>
            <a:endParaRPr sz="2400" dirty="0"/>
          </a:p>
          <a:p>
            <a:pPr marL="0" lvl="0" indent="0" algn="l" rtl="0">
              <a:spcBef>
                <a:spcPts val="1600"/>
              </a:spcBef>
              <a:spcAft>
                <a:spcPts val="0"/>
              </a:spcAft>
              <a:buNone/>
            </a:pPr>
            <a:endParaRPr dirty="0"/>
          </a:p>
          <a:p>
            <a:pPr marL="0" lvl="0" indent="0" algn="l" rtl="0">
              <a:spcBef>
                <a:spcPts val="1600"/>
              </a:spcBef>
              <a:spcAft>
                <a:spcPts val="0"/>
              </a:spcAft>
              <a:buNone/>
            </a:pPr>
            <a:r>
              <a:rPr lang="en" sz="2400" dirty="0"/>
              <a:t>5, 1, 2, 3, 1 ,13, 8</a:t>
            </a:r>
            <a:endParaRPr sz="2400" dirty="0"/>
          </a:p>
          <a:p>
            <a:pPr marL="0" lvl="0" indent="0" algn="l" rtl="0">
              <a:spcBef>
                <a:spcPts val="1600"/>
              </a:spcBef>
              <a:spcAft>
                <a:spcPts val="0"/>
              </a:spcAft>
              <a:buNone/>
            </a:pPr>
            <a:endParaRPr dirty="0"/>
          </a:p>
          <a:p>
            <a:pPr marL="0" lvl="0" indent="0" algn="l" rtl="0">
              <a:spcBef>
                <a:spcPts val="1600"/>
              </a:spcBef>
              <a:spcAft>
                <a:spcPts val="0"/>
              </a:spcAft>
              <a:buNone/>
            </a:pPr>
            <a:r>
              <a:rPr lang="en" sz="2400" u="sng" dirty="0"/>
              <a:t>5+1+2+3+1+13+8</a:t>
            </a:r>
            <a:br>
              <a:rPr lang="en" sz="2400" u="sng" dirty="0"/>
            </a:br>
            <a:r>
              <a:rPr lang="en" sz="2400" dirty="0"/>
              <a:t>               7</a:t>
            </a:r>
            <a:endParaRPr sz="2400" dirty="0"/>
          </a:p>
          <a:p>
            <a:pPr marL="0" lvl="0" indent="0" algn="l" rtl="0">
              <a:spcBef>
                <a:spcPts val="1600"/>
              </a:spcBef>
              <a:spcAft>
                <a:spcPts val="1600"/>
              </a:spcAft>
              <a:buNone/>
            </a:pPr>
            <a:endParaRPr sz="2400" dirty="0"/>
          </a:p>
        </p:txBody>
      </p:sp>
      <p:pic>
        <p:nvPicPr>
          <p:cNvPr id="270" name="Google Shape;270;p34"/>
          <p:cNvPicPr preferRelativeResize="0"/>
          <p:nvPr/>
        </p:nvPicPr>
        <p:blipFill rotWithShape="1">
          <a:blip r:embed="rId3">
            <a:alphaModFix/>
          </a:blip>
          <a:srcRect l="31346" r="6641"/>
          <a:stretch/>
        </p:blipFill>
        <p:spPr>
          <a:xfrm>
            <a:off x="3005275" y="1369175"/>
            <a:ext cx="2365900" cy="950450"/>
          </a:xfrm>
          <a:prstGeom prst="rect">
            <a:avLst/>
          </a:prstGeom>
          <a:noFill/>
          <a:ln>
            <a:noFill/>
          </a:ln>
        </p:spPr>
      </p:pic>
      <p:sp>
        <p:nvSpPr>
          <p:cNvPr id="271" name="Google Shape;271;p34"/>
          <p:cNvSpPr txBox="1"/>
          <p:nvPr/>
        </p:nvSpPr>
        <p:spPr>
          <a:xfrm>
            <a:off x="3913575" y="3849800"/>
            <a:ext cx="1616400" cy="411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a:solidFill>
                  <a:schemeClr val="lt1"/>
                </a:solidFill>
                <a:latin typeface="Lato"/>
                <a:ea typeface="Lato"/>
                <a:cs typeface="Lato"/>
                <a:sym typeface="Lato"/>
              </a:rPr>
              <a:t>=  </a:t>
            </a:r>
            <a:r>
              <a:rPr lang="en" sz="2400" b="1">
                <a:solidFill>
                  <a:schemeClr val="accent2"/>
                </a:solidFill>
                <a:latin typeface="Lato"/>
                <a:ea typeface="Lato"/>
                <a:cs typeface="Lato"/>
                <a:sym typeface="Lato"/>
              </a:rPr>
              <a:t>4.71</a:t>
            </a:r>
            <a:endParaRPr b="1">
              <a:solidFill>
                <a:schemeClr val="accent2"/>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9">
          <a:extLst>
            <a:ext uri="{FF2B5EF4-FFF2-40B4-BE49-F238E27FC236}">
              <a16:creationId xmlns:a16="http://schemas.microsoft.com/office/drawing/2014/main" id="{94D0A24A-1622-F6A2-68E7-CC57BA8E9FB1}"/>
            </a:ext>
          </a:extLst>
        </p:cNvPr>
        <p:cNvGrpSpPr/>
        <p:nvPr/>
      </p:nvGrpSpPr>
      <p:grpSpPr>
        <a:xfrm>
          <a:off x="0" y="0"/>
          <a:ext cx="0" cy="0"/>
          <a:chOff x="0" y="0"/>
          <a:chExt cx="0" cy="0"/>
        </a:xfrm>
      </p:grpSpPr>
      <p:sp>
        <p:nvSpPr>
          <p:cNvPr id="380" name="Google Shape;380;p52">
            <a:extLst>
              <a:ext uri="{FF2B5EF4-FFF2-40B4-BE49-F238E27FC236}">
                <a16:creationId xmlns:a16="http://schemas.microsoft.com/office/drawing/2014/main" id="{1E085468-4E40-A467-425A-F02680AA303F}"/>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381" name="Google Shape;381;p52">
            <a:extLst>
              <a:ext uri="{FF2B5EF4-FFF2-40B4-BE49-F238E27FC236}">
                <a16:creationId xmlns:a16="http://schemas.microsoft.com/office/drawing/2014/main" id="{10DD9778-FF58-D369-1284-0137076DAA65}"/>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dirty="0"/>
              <a:t>At a bike sales shop, sales reps are paid commission on every bike that he or she sells. You ask the manager what a typical sales rep is paid. The manager says the sales reps are paid a weekly commission of $2000 on average. </a:t>
            </a:r>
          </a:p>
          <a:p>
            <a:pPr marL="0" lvl="0" indent="0" algn="l" rtl="0">
              <a:spcBef>
                <a:spcPts val="0"/>
              </a:spcBef>
              <a:spcAft>
                <a:spcPts val="1600"/>
              </a:spcAft>
              <a:buNone/>
            </a:pPr>
            <a:r>
              <a:rPr lang="en" sz="2400" dirty="0"/>
              <a:t>How could this be a concerning statement?</a:t>
            </a:r>
            <a:endParaRPr sz="2400" dirty="0"/>
          </a:p>
        </p:txBody>
      </p:sp>
    </p:spTree>
    <p:extLst>
      <p:ext uri="{BB962C8B-B14F-4D97-AF65-F5344CB8AC3E}">
        <p14:creationId xmlns:p14="http://schemas.microsoft.com/office/powerpoint/2010/main" val="36672151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EF495B40-6BBD-0A1B-6ED0-3A06A0F86A26}"/>
            </a:ext>
          </a:extLst>
        </p:cNvPr>
        <p:cNvGrpSpPr/>
        <p:nvPr/>
      </p:nvGrpSpPr>
      <p:grpSpPr>
        <a:xfrm>
          <a:off x="0" y="0"/>
          <a:ext cx="0" cy="0"/>
          <a:chOff x="0" y="0"/>
          <a:chExt cx="0" cy="0"/>
        </a:xfrm>
      </p:grpSpPr>
      <p:sp>
        <p:nvSpPr>
          <p:cNvPr id="268" name="Google Shape;268;p34">
            <a:extLst>
              <a:ext uri="{FF2B5EF4-FFF2-40B4-BE49-F238E27FC236}">
                <a16:creationId xmlns:a16="http://schemas.microsoft.com/office/drawing/2014/main" id="{97AB948A-D0D2-E9BC-688C-99325C5EE894}"/>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Mean</a:t>
            </a:r>
            <a:endParaRPr sz="3000" b="1">
              <a:solidFill>
                <a:schemeClr val="lt2"/>
              </a:solidFill>
            </a:endParaRPr>
          </a:p>
        </p:txBody>
      </p:sp>
      <p:sp>
        <p:nvSpPr>
          <p:cNvPr id="269" name="Google Shape;269;p34">
            <a:extLst>
              <a:ext uri="{FF2B5EF4-FFF2-40B4-BE49-F238E27FC236}">
                <a16:creationId xmlns:a16="http://schemas.microsoft.com/office/drawing/2014/main" id="{C7BD5354-44CB-A6F9-8380-ED9D65A09643}"/>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$50, $50, $450, $500, $950, $1000, $11000</a:t>
            </a:r>
          </a:p>
          <a:p>
            <a:pPr marL="0" lvl="0" indent="0" algn="l" rtl="0">
              <a:spcBef>
                <a:spcPts val="1600"/>
              </a:spcBef>
              <a:spcAft>
                <a:spcPts val="0"/>
              </a:spcAft>
              <a:buNone/>
            </a:pPr>
            <a:endParaRPr dirty="0"/>
          </a:p>
          <a:p>
            <a:pPr marL="0" lvl="0" indent="0" algn="l" rtl="0">
              <a:spcBef>
                <a:spcPts val="1600"/>
              </a:spcBef>
              <a:spcAft>
                <a:spcPts val="1600"/>
              </a:spcAft>
              <a:buNone/>
            </a:pPr>
            <a:endParaRPr sz="2400" dirty="0"/>
          </a:p>
        </p:txBody>
      </p:sp>
    </p:spTree>
    <p:extLst>
      <p:ext uri="{BB962C8B-B14F-4D97-AF65-F5344CB8AC3E}">
        <p14:creationId xmlns:p14="http://schemas.microsoft.com/office/powerpoint/2010/main" val="1647120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67">
          <a:extLst>
            <a:ext uri="{FF2B5EF4-FFF2-40B4-BE49-F238E27FC236}">
              <a16:creationId xmlns:a16="http://schemas.microsoft.com/office/drawing/2014/main" id="{EED0DAD0-F704-B6F7-F5E6-8430208994F6}"/>
            </a:ext>
          </a:extLst>
        </p:cNvPr>
        <p:cNvGrpSpPr/>
        <p:nvPr/>
      </p:nvGrpSpPr>
      <p:grpSpPr>
        <a:xfrm>
          <a:off x="0" y="0"/>
          <a:ext cx="0" cy="0"/>
          <a:chOff x="0" y="0"/>
          <a:chExt cx="0" cy="0"/>
        </a:xfrm>
      </p:grpSpPr>
      <p:sp>
        <p:nvSpPr>
          <p:cNvPr id="268" name="Google Shape;268;p34">
            <a:extLst>
              <a:ext uri="{FF2B5EF4-FFF2-40B4-BE49-F238E27FC236}">
                <a16:creationId xmlns:a16="http://schemas.microsoft.com/office/drawing/2014/main" id="{4DD61BB0-32C0-E3FC-0CA2-2397143E6025}"/>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Mean</a:t>
            </a:r>
            <a:endParaRPr sz="3000" b="1">
              <a:solidFill>
                <a:schemeClr val="lt2"/>
              </a:solidFill>
            </a:endParaRPr>
          </a:p>
        </p:txBody>
      </p:sp>
      <p:sp>
        <p:nvSpPr>
          <p:cNvPr id="269" name="Google Shape;269;p34">
            <a:extLst>
              <a:ext uri="{FF2B5EF4-FFF2-40B4-BE49-F238E27FC236}">
                <a16:creationId xmlns:a16="http://schemas.microsoft.com/office/drawing/2014/main" id="{BFB8B91E-2B67-5093-2954-E898FEFB871D}"/>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$50, $50, $450, $500, $950, $1000, $11000</a:t>
            </a:r>
          </a:p>
          <a:p>
            <a:pPr marL="0" lvl="0" indent="0" algn="l" rtl="0">
              <a:spcBef>
                <a:spcPts val="1600"/>
              </a:spcBef>
              <a:spcAft>
                <a:spcPts val="0"/>
              </a:spcAft>
              <a:buNone/>
            </a:pPr>
            <a:endParaRPr dirty="0"/>
          </a:p>
          <a:p>
            <a:pPr marL="0" lvl="0" indent="0" algn="l" rtl="0">
              <a:spcBef>
                <a:spcPts val="1600"/>
              </a:spcBef>
              <a:spcAft>
                <a:spcPts val="0"/>
              </a:spcAft>
              <a:buNone/>
            </a:pPr>
            <a:r>
              <a:rPr lang="en-US" sz="2400" u="sng" dirty="0"/>
              <a:t>50+50+450+500+950+1000+11000</a:t>
            </a:r>
            <a:br>
              <a:rPr lang="en-US" sz="2400" u="sng" dirty="0"/>
            </a:br>
            <a:r>
              <a:rPr lang="en-US" sz="2400" dirty="0"/>
              <a:t>                               7</a:t>
            </a:r>
            <a:endParaRPr sz="2400" dirty="0"/>
          </a:p>
          <a:p>
            <a:pPr marL="0" lvl="0" indent="0" algn="l" rtl="0">
              <a:spcBef>
                <a:spcPts val="1600"/>
              </a:spcBef>
              <a:spcAft>
                <a:spcPts val="1600"/>
              </a:spcAft>
              <a:buNone/>
            </a:pPr>
            <a:endParaRPr sz="2400" dirty="0"/>
          </a:p>
        </p:txBody>
      </p:sp>
      <p:sp>
        <p:nvSpPr>
          <p:cNvPr id="271" name="Google Shape;271;p34">
            <a:extLst>
              <a:ext uri="{FF2B5EF4-FFF2-40B4-BE49-F238E27FC236}">
                <a16:creationId xmlns:a16="http://schemas.microsoft.com/office/drawing/2014/main" id="{85BF65D8-6446-6C70-7A5B-8D8E41A34271}"/>
              </a:ext>
            </a:extLst>
          </p:cNvPr>
          <p:cNvSpPr txBox="1"/>
          <p:nvPr/>
        </p:nvSpPr>
        <p:spPr>
          <a:xfrm>
            <a:off x="6343009" y="2853210"/>
            <a:ext cx="1616400" cy="4116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solidFill>
                  <a:schemeClr val="lt1"/>
                </a:solidFill>
                <a:latin typeface="Lato"/>
                <a:ea typeface="Lato"/>
                <a:cs typeface="Lato"/>
                <a:sym typeface="Lato"/>
              </a:rPr>
              <a:t>=  </a:t>
            </a:r>
            <a:r>
              <a:rPr lang="en" sz="2400" b="1" dirty="0">
                <a:solidFill>
                  <a:schemeClr val="accent2"/>
                </a:solidFill>
                <a:latin typeface="Lato"/>
                <a:ea typeface="Lato"/>
                <a:cs typeface="Lato"/>
                <a:sym typeface="Lato"/>
              </a:rPr>
              <a:t>$2000</a:t>
            </a:r>
            <a:endParaRPr b="1" dirty="0">
              <a:solidFill>
                <a:schemeClr val="accent2"/>
              </a:solidFill>
              <a:latin typeface="Lato"/>
              <a:ea typeface="Lato"/>
              <a:cs typeface="Lato"/>
              <a:sym typeface="Lato"/>
            </a:endParaRPr>
          </a:p>
        </p:txBody>
      </p:sp>
    </p:spTree>
    <p:extLst>
      <p:ext uri="{BB962C8B-B14F-4D97-AF65-F5344CB8AC3E}">
        <p14:creationId xmlns:p14="http://schemas.microsoft.com/office/powerpoint/2010/main" val="97031827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Google Shape;276;p3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Median</a:t>
            </a:r>
            <a:endParaRPr sz="3000" b="1">
              <a:solidFill>
                <a:schemeClr val="lt2"/>
              </a:solidFill>
            </a:endParaRPr>
          </a:p>
        </p:txBody>
      </p:sp>
      <p:sp>
        <p:nvSpPr>
          <p:cNvPr id="277" name="Google Shape;277;p3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1800"/>
          </a:p>
          <a:p>
            <a:pPr marL="0" lvl="0" indent="0" algn="l" rtl="0">
              <a:spcBef>
                <a:spcPts val="1600"/>
              </a:spcBef>
              <a:spcAft>
                <a:spcPts val="0"/>
              </a:spcAft>
              <a:buNone/>
            </a:pPr>
            <a:endParaRPr/>
          </a:p>
          <a:p>
            <a:pPr marL="0" lvl="0" indent="0" algn="ctr" rtl="0">
              <a:spcBef>
                <a:spcPts val="1600"/>
              </a:spcBef>
              <a:spcAft>
                <a:spcPts val="1600"/>
              </a:spcAft>
              <a:buNone/>
            </a:pPr>
            <a:endParaRPr sz="24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1"/>
        <p:cNvGrpSpPr/>
        <p:nvPr/>
      </p:nvGrpSpPr>
      <p:grpSpPr>
        <a:xfrm>
          <a:off x="0" y="0"/>
          <a:ext cx="0" cy="0"/>
          <a:chOff x="0" y="0"/>
          <a:chExt cx="0" cy="0"/>
        </a:xfrm>
      </p:grpSpPr>
      <p:sp>
        <p:nvSpPr>
          <p:cNvPr id="282" name="Google Shape;282;p3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Median</a:t>
            </a:r>
            <a:endParaRPr sz="3000" b="1">
              <a:solidFill>
                <a:schemeClr val="lt2"/>
              </a:solidFill>
            </a:endParaRPr>
          </a:p>
        </p:txBody>
      </p:sp>
      <p:sp>
        <p:nvSpPr>
          <p:cNvPr id="283" name="Google Shape;283;p3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“Middle”</a:t>
            </a:r>
            <a:endParaRPr sz="2400"/>
          </a:p>
          <a:p>
            <a:pPr marL="0" lvl="0" indent="0" algn="l" rtl="0">
              <a:spcBef>
                <a:spcPts val="1600"/>
              </a:spcBef>
              <a:spcAft>
                <a:spcPts val="0"/>
              </a:spcAft>
              <a:buNone/>
            </a:pPr>
            <a:endParaRPr/>
          </a:p>
          <a:p>
            <a:pPr marL="0" lvl="0" indent="0" algn="ctr" rtl="0">
              <a:spcBef>
                <a:spcPts val="1600"/>
              </a:spcBef>
              <a:spcAft>
                <a:spcPts val="1600"/>
              </a:spcAft>
              <a:buNone/>
            </a:pPr>
            <a:endParaRPr sz="24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7"/>
        <p:cNvGrpSpPr/>
        <p:nvPr/>
      </p:nvGrpSpPr>
      <p:grpSpPr>
        <a:xfrm>
          <a:off x="0" y="0"/>
          <a:ext cx="0" cy="0"/>
          <a:chOff x="0" y="0"/>
          <a:chExt cx="0" cy="0"/>
        </a:xfrm>
      </p:grpSpPr>
      <p:sp>
        <p:nvSpPr>
          <p:cNvPr id="288" name="Google Shape;288;p3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Median</a:t>
            </a:r>
            <a:endParaRPr sz="3000" b="1">
              <a:solidFill>
                <a:schemeClr val="lt2"/>
              </a:solidFill>
            </a:endParaRPr>
          </a:p>
        </p:txBody>
      </p:sp>
      <p:sp>
        <p:nvSpPr>
          <p:cNvPr id="289" name="Google Shape;289;p3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“Middle”</a:t>
            </a:r>
            <a:endParaRPr sz="2400" dirty="0"/>
          </a:p>
          <a:p>
            <a:pPr marL="0" lvl="0" indent="0" algn="l" rtl="0">
              <a:spcBef>
                <a:spcPts val="1600"/>
              </a:spcBef>
              <a:spcAft>
                <a:spcPts val="0"/>
              </a:spcAft>
              <a:buNone/>
            </a:pPr>
            <a:endParaRPr dirty="0"/>
          </a:p>
          <a:p>
            <a:pPr marL="0" indent="0" algn="ctr">
              <a:spcBef>
                <a:spcPts val="1600"/>
              </a:spcBef>
              <a:spcAft>
                <a:spcPts val="1600"/>
              </a:spcAft>
              <a:buNone/>
            </a:pPr>
            <a:r>
              <a:rPr lang="en" sz="2400" dirty="0"/>
              <a:t>  $50, $50, $450, $500, $950, $1000, $11000</a:t>
            </a:r>
          </a:p>
          <a:p>
            <a:pPr marL="0" lvl="0" indent="0" algn="ctr" rtl="0">
              <a:spcBef>
                <a:spcPts val="1600"/>
              </a:spcBef>
              <a:spcAft>
                <a:spcPts val="1600"/>
              </a:spcAft>
              <a:buNone/>
            </a:pPr>
            <a:endParaRPr sz="24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BC81CB57-BDC3-4BC7-0E83-223575E67C06}"/>
            </a:ext>
          </a:extLst>
        </p:cNvPr>
        <p:cNvGrpSpPr/>
        <p:nvPr/>
      </p:nvGrpSpPr>
      <p:grpSpPr>
        <a:xfrm>
          <a:off x="0" y="0"/>
          <a:ext cx="0" cy="0"/>
          <a:chOff x="0" y="0"/>
          <a:chExt cx="0" cy="0"/>
        </a:xfrm>
      </p:grpSpPr>
      <p:sp>
        <p:nvSpPr>
          <p:cNvPr id="288" name="Google Shape;288;p37">
            <a:extLst>
              <a:ext uri="{FF2B5EF4-FFF2-40B4-BE49-F238E27FC236}">
                <a16:creationId xmlns:a16="http://schemas.microsoft.com/office/drawing/2014/main" id="{A1450666-1F13-4DD6-E8B0-086D758969F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Median</a:t>
            </a:r>
            <a:endParaRPr sz="3000" b="1">
              <a:solidFill>
                <a:schemeClr val="lt2"/>
              </a:solidFill>
            </a:endParaRPr>
          </a:p>
        </p:txBody>
      </p:sp>
      <p:sp>
        <p:nvSpPr>
          <p:cNvPr id="289" name="Google Shape;289;p37">
            <a:extLst>
              <a:ext uri="{FF2B5EF4-FFF2-40B4-BE49-F238E27FC236}">
                <a16:creationId xmlns:a16="http://schemas.microsoft.com/office/drawing/2014/main" id="{AD660575-73A4-B609-D400-E25A9844D2B6}"/>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“Middle”</a:t>
            </a:r>
            <a:endParaRPr sz="2400" dirty="0"/>
          </a:p>
          <a:p>
            <a:pPr marL="0" lvl="0" indent="0" algn="l" rtl="0">
              <a:spcBef>
                <a:spcPts val="1600"/>
              </a:spcBef>
              <a:spcAft>
                <a:spcPts val="0"/>
              </a:spcAft>
              <a:buNone/>
            </a:pPr>
            <a:endParaRPr dirty="0"/>
          </a:p>
          <a:p>
            <a:pPr marL="0" indent="0" algn="ctr">
              <a:spcBef>
                <a:spcPts val="1600"/>
              </a:spcBef>
              <a:spcAft>
                <a:spcPts val="1600"/>
              </a:spcAft>
              <a:buNone/>
            </a:pPr>
            <a:r>
              <a:rPr lang="en" sz="2400" dirty="0"/>
              <a:t>  $50, $50, $450, </a:t>
            </a:r>
            <a:r>
              <a:rPr lang="en" sz="3200" dirty="0">
                <a:solidFill>
                  <a:schemeClr val="accent2"/>
                </a:solidFill>
              </a:rPr>
              <a:t>$500</a:t>
            </a:r>
            <a:r>
              <a:rPr lang="en" sz="2400" dirty="0"/>
              <a:t>, $950, $1000, $11000</a:t>
            </a:r>
          </a:p>
          <a:p>
            <a:pPr marL="0" lvl="0" indent="0" algn="ctr" rtl="0">
              <a:spcBef>
                <a:spcPts val="1600"/>
              </a:spcBef>
              <a:spcAft>
                <a:spcPts val="1600"/>
              </a:spcAft>
              <a:buNone/>
            </a:pPr>
            <a:endParaRPr sz="2400" dirty="0"/>
          </a:p>
        </p:txBody>
      </p:sp>
    </p:spTree>
    <p:extLst>
      <p:ext uri="{BB962C8B-B14F-4D97-AF65-F5344CB8AC3E}">
        <p14:creationId xmlns:p14="http://schemas.microsoft.com/office/powerpoint/2010/main" val="25131225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2CC56222-B551-1100-4C5E-602F0422657D}"/>
            </a:ext>
          </a:extLst>
        </p:cNvPr>
        <p:cNvGrpSpPr/>
        <p:nvPr/>
      </p:nvGrpSpPr>
      <p:grpSpPr>
        <a:xfrm>
          <a:off x="0" y="0"/>
          <a:ext cx="0" cy="0"/>
          <a:chOff x="0" y="0"/>
          <a:chExt cx="0" cy="0"/>
        </a:xfrm>
      </p:grpSpPr>
      <p:sp>
        <p:nvSpPr>
          <p:cNvPr id="288" name="Google Shape;288;p37">
            <a:extLst>
              <a:ext uri="{FF2B5EF4-FFF2-40B4-BE49-F238E27FC236}">
                <a16:creationId xmlns:a16="http://schemas.microsoft.com/office/drawing/2014/main" id="{C2DDEC43-8481-1273-B159-E56E71E34F2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Median</a:t>
            </a:r>
            <a:endParaRPr sz="3000" b="1">
              <a:solidFill>
                <a:schemeClr val="lt2"/>
              </a:solidFill>
            </a:endParaRPr>
          </a:p>
        </p:txBody>
      </p:sp>
      <p:sp>
        <p:nvSpPr>
          <p:cNvPr id="289" name="Google Shape;289;p37">
            <a:extLst>
              <a:ext uri="{FF2B5EF4-FFF2-40B4-BE49-F238E27FC236}">
                <a16:creationId xmlns:a16="http://schemas.microsoft.com/office/drawing/2014/main" id="{1B538087-F6B9-C9A6-891D-3EBC9F1A774E}"/>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“Middle”</a:t>
            </a:r>
            <a:endParaRPr sz="2400" dirty="0"/>
          </a:p>
          <a:p>
            <a:pPr marL="0" lvl="0" indent="0" algn="l" rtl="0">
              <a:spcBef>
                <a:spcPts val="1600"/>
              </a:spcBef>
              <a:spcAft>
                <a:spcPts val="0"/>
              </a:spcAft>
              <a:buNone/>
            </a:pPr>
            <a:endParaRPr dirty="0"/>
          </a:p>
          <a:p>
            <a:pPr marL="0" indent="0" algn="ctr">
              <a:spcBef>
                <a:spcPts val="1600"/>
              </a:spcBef>
              <a:spcAft>
                <a:spcPts val="1600"/>
              </a:spcAft>
              <a:buNone/>
            </a:pPr>
            <a:r>
              <a:rPr lang="en" sz="2400" dirty="0"/>
              <a:t>  $50, $50, $450, $500, $950, $1000, </a:t>
            </a:r>
            <a:r>
              <a:rPr lang="en" sz="2400" strike="sngStrike" dirty="0">
                <a:solidFill>
                  <a:srgbClr val="FF0000"/>
                </a:solidFill>
              </a:rPr>
              <a:t>$11000</a:t>
            </a:r>
          </a:p>
          <a:p>
            <a:pPr marL="0" lvl="0" indent="0" algn="ctr" rtl="0">
              <a:spcBef>
                <a:spcPts val="1600"/>
              </a:spcBef>
              <a:spcAft>
                <a:spcPts val="1600"/>
              </a:spcAft>
              <a:buNone/>
            </a:pPr>
            <a:endParaRPr sz="2400" dirty="0"/>
          </a:p>
        </p:txBody>
      </p:sp>
    </p:spTree>
    <p:extLst>
      <p:ext uri="{BB962C8B-B14F-4D97-AF65-F5344CB8AC3E}">
        <p14:creationId xmlns:p14="http://schemas.microsoft.com/office/powerpoint/2010/main" val="331079138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B94F2326-C775-EF73-1694-E94699D8FA20}"/>
            </a:ext>
          </a:extLst>
        </p:cNvPr>
        <p:cNvGrpSpPr/>
        <p:nvPr/>
      </p:nvGrpSpPr>
      <p:grpSpPr>
        <a:xfrm>
          <a:off x="0" y="0"/>
          <a:ext cx="0" cy="0"/>
          <a:chOff x="0" y="0"/>
          <a:chExt cx="0" cy="0"/>
        </a:xfrm>
      </p:grpSpPr>
      <p:sp>
        <p:nvSpPr>
          <p:cNvPr id="288" name="Google Shape;288;p37">
            <a:extLst>
              <a:ext uri="{FF2B5EF4-FFF2-40B4-BE49-F238E27FC236}">
                <a16:creationId xmlns:a16="http://schemas.microsoft.com/office/drawing/2014/main" id="{8DA379C4-7241-C1E9-EFD6-AD7B60D7CD17}"/>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Median</a:t>
            </a:r>
            <a:endParaRPr sz="3000" b="1">
              <a:solidFill>
                <a:schemeClr val="lt2"/>
              </a:solidFill>
            </a:endParaRPr>
          </a:p>
        </p:txBody>
      </p:sp>
      <p:sp>
        <p:nvSpPr>
          <p:cNvPr id="289" name="Google Shape;289;p37">
            <a:extLst>
              <a:ext uri="{FF2B5EF4-FFF2-40B4-BE49-F238E27FC236}">
                <a16:creationId xmlns:a16="http://schemas.microsoft.com/office/drawing/2014/main" id="{E3825CA2-878E-60AB-647E-ACCC8FFECE74}"/>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dirty="0"/>
              <a:t>“Middle”</a:t>
            </a:r>
            <a:endParaRPr sz="2400" dirty="0"/>
          </a:p>
          <a:p>
            <a:pPr marL="0" lvl="0" indent="0" algn="l" rtl="0">
              <a:spcBef>
                <a:spcPts val="1600"/>
              </a:spcBef>
              <a:spcAft>
                <a:spcPts val="0"/>
              </a:spcAft>
              <a:buNone/>
            </a:pPr>
            <a:endParaRPr dirty="0"/>
          </a:p>
          <a:p>
            <a:pPr marL="0" indent="0" algn="ctr">
              <a:spcBef>
                <a:spcPts val="1600"/>
              </a:spcBef>
              <a:spcAft>
                <a:spcPts val="1600"/>
              </a:spcAft>
              <a:buNone/>
            </a:pPr>
            <a:r>
              <a:rPr lang="en" sz="2400" dirty="0"/>
              <a:t>  $50, $50, </a:t>
            </a:r>
            <a:r>
              <a:rPr lang="en" sz="3200" dirty="0">
                <a:solidFill>
                  <a:srgbClr val="FFFF00"/>
                </a:solidFill>
              </a:rPr>
              <a:t>$450</a:t>
            </a:r>
            <a:r>
              <a:rPr lang="en" sz="2400" dirty="0"/>
              <a:t>, </a:t>
            </a:r>
            <a:r>
              <a:rPr lang="en" sz="3200" dirty="0">
                <a:solidFill>
                  <a:srgbClr val="FFFF00"/>
                </a:solidFill>
              </a:rPr>
              <a:t>$500</a:t>
            </a:r>
            <a:r>
              <a:rPr lang="en" sz="2400" dirty="0"/>
              <a:t>, $950, $1000</a:t>
            </a:r>
            <a:endParaRPr lang="en" sz="2400" strike="sngStrike" dirty="0">
              <a:solidFill>
                <a:srgbClr val="FF0000"/>
              </a:solidFill>
            </a:endParaRPr>
          </a:p>
          <a:p>
            <a:pPr marL="0" lvl="0" indent="0" rtl="0">
              <a:spcBef>
                <a:spcPts val="1600"/>
              </a:spcBef>
              <a:spcAft>
                <a:spcPts val="1600"/>
              </a:spcAft>
              <a:buNone/>
            </a:pPr>
            <a:br>
              <a:rPr lang="en-US" sz="2400" dirty="0"/>
            </a:br>
            <a:r>
              <a:rPr lang="en-US" sz="2400" dirty="0"/>
              <a:t>			  </a:t>
            </a:r>
            <a:r>
              <a:rPr lang="en-US" sz="3200" dirty="0">
                <a:solidFill>
                  <a:srgbClr val="FFFF00"/>
                </a:solidFill>
              </a:rPr>
              <a:t>$475</a:t>
            </a:r>
            <a:endParaRPr lang="en-US" sz="2400" dirty="0">
              <a:solidFill>
                <a:srgbClr val="FFFF00"/>
              </a:solidFill>
            </a:endParaRPr>
          </a:p>
        </p:txBody>
      </p:sp>
      <p:cxnSp>
        <p:nvCxnSpPr>
          <p:cNvPr id="2" name="Google Shape;326;p43">
            <a:extLst>
              <a:ext uri="{FF2B5EF4-FFF2-40B4-BE49-F238E27FC236}">
                <a16:creationId xmlns:a16="http://schemas.microsoft.com/office/drawing/2014/main" id="{95470C47-2DDE-A271-149A-9C64D882D95C}"/>
              </a:ext>
            </a:extLst>
          </p:cNvPr>
          <p:cNvCxnSpPr>
            <a:cxnSpLocks/>
          </p:cNvCxnSpPr>
          <p:nvPr/>
        </p:nvCxnSpPr>
        <p:spPr>
          <a:xfrm>
            <a:off x="4269291" y="3277150"/>
            <a:ext cx="464075" cy="668100"/>
          </a:xfrm>
          <a:prstGeom prst="straightConnector1">
            <a:avLst/>
          </a:prstGeom>
          <a:noFill/>
          <a:ln w="9525" cap="flat" cmpd="sng">
            <a:solidFill>
              <a:schemeClr val="dk2"/>
            </a:solidFill>
            <a:prstDash val="solid"/>
            <a:round/>
            <a:headEnd type="none" w="med" len="med"/>
            <a:tailEnd type="triangle" w="med" len="med"/>
          </a:ln>
        </p:spPr>
      </p:cxnSp>
      <p:cxnSp>
        <p:nvCxnSpPr>
          <p:cNvPr id="3" name="Google Shape;327;p43">
            <a:extLst>
              <a:ext uri="{FF2B5EF4-FFF2-40B4-BE49-F238E27FC236}">
                <a16:creationId xmlns:a16="http://schemas.microsoft.com/office/drawing/2014/main" id="{90DBFE54-173E-027B-CDDF-E596516BF9BE}"/>
              </a:ext>
            </a:extLst>
          </p:cNvPr>
          <p:cNvCxnSpPr>
            <a:cxnSpLocks/>
          </p:cNvCxnSpPr>
          <p:nvPr/>
        </p:nvCxnSpPr>
        <p:spPr>
          <a:xfrm flipH="1">
            <a:off x="4867839" y="3277150"/>
            <a:ext cx="325671" cy="668100"/>
          </a:xfrm>
          <a:prstGeom prst="straightConnector1">
            <a:avLst/>
          </a:prstGeom>
          <a:noFill/>
          <a:ln w="9525" cap="flat" cmpd="sng">
            <a:solidFill>
              <a:schemeClr val="dk2"/>
            </a:solidFill>
            <a:prstDash val="solid"/>
            <a:round/>
            <a:headEnd type="none" w="med" len="med"/>
            <a:tailEnd type="triangle" w="med" len="med"/>
          </a:ln>
        </p:spPr>
      </p:cxnSp>
    </p:spTree>
    <p:extLst>
      <p:ext uri="{BB962C8B-B14F-4D97-AF65-F5344CB8AC3E}">
        <p14:creationId xmlns:p14="http://schemas.microsoft.com/office/powerpoint/2010/main" val="413939728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85">
          <a:extLst>
            <a:ext uri="{FF2B5EF4-FFF2-40B4-BE49-F238E27FC236}">
              <a16:creationId xmlns:a16="http://schemas.microsoft.com/office/drawing/2014/main" id="{3C850F32-B413-02B1-CCEB-6CA910C01494}"/>
            </a:ext>
          </a:extLst>
        </p:cNvPr>
        <p:cNvGrpSpPr/>
        <p:nvPr/>
      </p:nvGrpSpPr>
      <p:grpSpPr>
        <a:xfrm>
          <a:off x="0" y="0"/>
          <a:ext cx="0" cy="0"/>
          <a:chOff x="0" y="0"/>
          <a:chExt cx="0" cy="0"/>
        </a:xfrm>
      </p:grpSpPr>
      <p:sp>
        <p:nvSpPr>
          <p:cNvPr id="386" name="Google Shape;386;p53">
            <a:extLst>
              <a:ext uri="{FF2B5EF4-FFF2-40B4-BE49-F238E27FC236}">
                <a16:creationId xmlns:a16="http://schemas.microsoft.com/office/drawing/2014/main" id="{77E2008F-CFE3-A8F8-4D14-CB5264BF4FA7}"/>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387" name="Google Shape;387;p53">
            <a:extLst>
              <a:ext uri="{FF2B5EF4-FFF2-40B4-BE49-F238E27FC236}">
                <a16:creationId xmlns:a16="http://schemas.microsoft.com/office/drawing/2014/main" id="{87CD010E-BD68-7B93-8184-052E97BF143F}"/>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$50, $50, $450, $500, $950, $1000, $11000</a:t>
            </a:r>
            <a:endParaRPr sz="2400" dirty="0"/>
          </a:p>
          <a:p>
            <a:pPr marL="0" lvl="0" indent="0" algn="l" rtl="0">
              <a:spcBef>
                <a:spcPts val="1600"/>
              </a:spcBef>
              <a:spcAft>
                <a:spcPts val="0"/>
              </a:spcAft>
              <a:buNone/>
            </a:pPr>
            <a:r>
              <a:rPr lang="en" sz="2400" dirty="0"/>
              <a:t>Mean : $2000</a:t>
            </a:r>
            <a:endParaRPr sz="2400" dirty="0"/>
          </a:p>
          <a:p>
            <a:pPr marL="0" lvl="0" indent="0" algn="l" rtl="0">
              <a:spcBef>
                <a:spcPts val="1600"/>
              </a:spcBef>
              <a:spcAft>
                <a:spcPts val="0"/>
              </a:spcAft>
              <a:buNone/>
            </a:pPr>
            <a:r>
              <a:rPr lang="en" sz="2400" dirty="0"/>
              <a:t>Median: $500</a:t>
            </a:r>
            <a:endParaRPr sz="2400" dirty="0"/>
          </a:p>
        </p:txBody>
      </p:sp>
    </p:spTree>
    <p:extLst>
      <p:ext uri="{BB962C8B-B14F-4D97-AF65-F5344CB8AC3E}">
        <p14:creationId xmlns:p14="http://schemas.microsoft.com/office/powerpoint/2010/main" val="349491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85">
          <a:extLst>
            <a:ext uri="{FF2B5EF4-FFF2-40B4-BE49-F238E27FC236}">
              <a16:creationId xmlns:a16="http://schemas.microsoft.com/office/drawing/2014/main" id="{7928CDB0-E789-38C6-6F67-9F45507E7ADA}"/>
            </a:ext>
          </a:extLst>
        </p:cNvPr>
        <p:cNvGrpSpPr/>
        <p:nvPr/>
      </p:nvGrpSpPr>
      <p:grpSpPr>
        <a:xfrm>
          <a:off x="0" y="0"/>
          <a:ext cx="0" cy="0"/>
          <a:chOff x="0" y="0"/>
          <a:chExt cx="0" cy="0"/>
        </a:xfrm>
      </p:grpSpPr>
      <p:sp>
        <p:nvSpPr>
          <p:cNvPr id="386" name="Google Shape;386;p53">
            <a:extLst>
              <a:ext uri="{FF2B5EF4-FFF2-40B4-BE49-F238E27FC236}">
                <a16:creationId xmlns:a16="http://schemas.microsoft.com/office/drawing/2014/main" id="{39C0CEAD-1FB7-528B-F8AE-D234EC0AE38D}"/>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387" name="Google Shape;387;p53">
            <a:extLst>
              <a:ext uri="{FF2B5EF4-FFF2-40B4-BE49-F238E27FC236}">
                <a16:creationId xmlns:a16="http://schemas.microsoft.com/office/drawing/2014/main" id="{E400DC42-840F-EDB4-C046-7A50B487C20E}"/>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$50, $50, $450, $500, $950, $1000, $11000</a:t>
            </a:r>
            <a:endParaRPr sz="2400"/>
          </a:p>
          <a:p>
            <a:pPr marL="0" lvl="0" indent="0" algn="l" rtl="0">
              <a:spcBef>
                <a:spcPts val="1600"/>
              </a:spcBef>
              <a:spcAft>
                <a:spcPts val="0"/>
              </a:spcAft>
              <a:buNone/>
            </a:pPr>
            <a:r>
              <a:rPr lang="en" sz="2400"/>
              <a:t>Mean : $2000</a:t>
            </a:r>
            <a:endParaRPr sz="2400"/>
          </a:p>
          <a:p>
            <a:pPr marL="0" lvl="0" indent="0" algn="l" rtl="0">
              <a:spcBef>
                <a:spcPts val="1600"/>
              </a:spcBef>
              <a:spcAft>
                <a:spcPts val="0"/>
              </a:spcAft>
              <a:buNone/>
            </a:pPr>
            <a:r>
              <a:rPr lang="en" sz="2400"/>
              <a:t>Median: $500</a:t>
            </a:r>
            <a:endParaRPr sz="2400"/>
          </a:p>
          <a:p>
            <a:pPr marL="0" lvl="0" indent="0" algn="l" rtl="0">
              <a:spcBef>
                <a:spcPts val="1600"/>
              </a:spcBef>
              <a:spcAft>
                <a:spcPts val="1600"/>
              </a:spcAft>
              <a:buNone/>
            </a:pPr>
            <a:r>
              <a:rPr lang="en" sz="2400"/>
              <a:t>Mode: $50</a:t>
            </a:r>
            <a:endParaRPr sz="2400"/>
          </a:p>
        </p:txBody>
      </p:sp>
    </p:spTree>
    <p:extLst>
      <p:ext uri="{BB962C8B-B14F-4D97-AF65-F5344CB8AC3E}">
        <p14:creationId xmlns:p14="http://schemas.microsoft.com/office/powerpoint/2010/main" val="1819477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31"/>
        <p:cNvGrpSpPr/>
        <p:nvPr/>
      </p:nvGrpSpPr>
      <p:grpSpPr>
        <a:xfrm>
          <a:off x="0" y="0"/>
          <a:ext cx="0" cy="0"/>
          <a:chOff x="0" y="0"/>
          <a:chExt cx="0" cy="0"/>
        </a:xfrm>
      </p:grpSpPr>
      <p:sp>
        <p:nvSpPr>
          <p:cNvPr id="332" name="Google Shape;332;p4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sp>
        <p:nvSpPr>
          <p:cNvPr id="333" name="Google Shape;333;p4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endParaRPr sz="24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43"/>
        <p:cNvGrpSpPr/>
        <p:nvPr/>
      </p:nvGrpSpPr>
      <p:grpSpPr>
        <a:xfrm>
          <a:off x="0" y="0"/>
          <a:ext cx="0" cy="0"/>
          <a:chOff x="0" y="0"/>
          <a:chExt cx="0" cy="0"/>
        </a:xfrm>
      </p:grpSpPr>
      <p:sp>
        <p:nvSpPr>
          <p:cNvPr id="344" name="Google Shape;344;p4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sp>
        <p:nvSpPr>
          <p:cNvPr id="345" name="Google Shape;345;p4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“Most” frequent</a:t>
            </a:r>
            <a:endParaRPr sz="2400" dirty="0"/>
          </a:p>
          <a:p>
            <a:pPr marL="0" lvl="0" indent="0" algn="l" rtl="0">
              <a:spcBef>
                <a:spcPts val="1600"/>
              </a:spcBef>
              <a:spcAft>
                <a:spcPts val="0"/>
              </a:spcAft>
              <a:buNone/>
            </a:pPr>
            <a:endParaRPr dirty="0"/>
          </a:p>
          <a:p>
            <a:pPr marL="0" lvl="0" indent="0" algn="l" rtl="0">
              <a:spcBef>
                <a:spcPts val="1600"/>
              </a:spcBef>
              <a:spcAft>
                <a:spcPts val="1600"/>
              </a:spcAft>
              <a:buNone/>
            </a:pPr>
            <a:r>
              <a:rPr lang="en" sz="2400" dirty="0"/>
              <a:t> $50, $50, $450, $500, $950, $1000, $11000</a:t>
            </a:r>
            <a:endParaRPr sz="24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7D423605-98FA-9C78-5A72-B5A730E6F000}"/>
            </a:ext>
          </a:extLst>
        </p:cNvPr>
        <p:cNvGrpSpPr/>
        <p:nvPr/>
      </p:nvGrpSpPr>
      <p:grpSpPr>
        <a:xfrm>
          <a:off x="0" y="0"/>
          <a:ext cx="0" cy="0"/>
          <a:chOff x="0" y="0"/>
          <a:chExt cx="0" cy="0"/>
        </a:xfrm>
      </p:grpSpPr>
      <p:sp>
        <p:nvSpPr>
          <p:cNvPr id="344" name="Google Shape;344;p46">
            <a:extLst>
              <a:ext uri="{FF2B5EF4-FFF2-40B4-BE49-F238E27FC236}">
                <a16:creationId xmlns:a16="http://schemas.microsoft.com/office/drawing/2014/main" id="{F27CBC92-BF0D-BFD0-B77F-6554B15A5FB8}"/>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sp>
        <p:nvSpPr>
          <p:cNvPr id="345" name="Google Shape;345;p46">
            <a:extLst>
              <a:ext uri="{FF2B5EF4-FFF2-40B4-BE49-F238E27FC236}">
                <a16:creationId xmlns:a16="http://schemas.microsoft.com/office/drawing/2014/main" id="{F7EFA693-551B-5E2D-6D90-A92D53618401}"/>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“Most” frequent</a:t>
            </a:r>
            <a:endParaRPr sz="2400" dirty="0"/>
          </a:p>
          <a:p>
            <a:pPr marL="0" lvl="0" indent="0" algn="l" rtl="0">
              <a:spcBef>
                <a:spcPts val="1600"/>
              </a:spcBef>
              <a:spcAft>
                <a:spcPts val="0"/>
              </a:spcAft>
              <a:buNone/>
            </a:pPr>
            <a:endParaRPr dirty="0"/>
          </a:p>
          <a:p>
            <a:pPr marL="0" lvl="0" indent="0" algn="l" rtl="0">
              <a:spcBef>
                <a:spcPts val="1600"/>
              </a:spcBef>
              <a:spcAft>
                <a:spcPts val="1600"/>
              </a:spcAft>
              <a:buNone/>
            </a:pPr>
            <a:r>
              <a:rPr lang="en" sz="2400" dirty="0"/>
              <a:t> </a:t>
            </a:r>
            <a:r>
              <a:rPr lang="en" sz="3200" dirty="0">
                <a:solidFill>
                  <a:srgbClr val="FFFF00"/>
                </a:solidFill>
              </a:rPr>
              <a:t>$50</a:t>
            </a:r>
            <a:r>
              <a:rPr lang="en" sz="2400" dirty="0"/>
              <a:t>, </a:t>
            </a:r>
            <a:r>
              <a:rPr lang="en" sz="3200" dirty="0">
                <a:solidFill>
                  <a:srgbClr val="FFFF00"/>
                </a:solidFill>
              </a:rPr>
              <a:t>$50</a:t>
            </a:r>
            <a:r>
              <a:rPr lang="en" sz="2400" dirty="0"/>
              <a:t>, $450, $500, $950, $1000, $11000</a:t>
            </a:r>
            <a:endParaRPr sz="2400" dirty="0"/>
          </a:p>
        </p:txBody>
      </p:sp>
    </p:spTree>
    <p:extLst>
      <p:ext uri="{BB962C8B-B14F-4D97-AF65-F5344CB8AC3E}">
        <p14:creationId xmlns:p14="http://schemas.microsoft.com/office/powerpoint/2010/main" val="292818223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1BB6080F-B32F-D771-C2D6-C8B70FB18FF8}"/>
            </a:ext>
          </a:extLst>
        </p:cNvPr>
        <p:cNvGrpSpPr/>
        <p:nvPr/>
      </p:nvGrpSpPr>
      <p:grpSpPr>
        <a:xfrm>
          <a:off x="0" y="0"/>
          <a:ext cx="0" cy="0"/>
          <a:chOff x="0" y="0"/>
          <a:chExt cx="0" cy="0"/>
        </a:xfrm>
      </p:grpSpPr>
      <p:sp>
        <p:nvSpPr>
          <p:cNvPr id="344" name="Google Shape;344;p46">
            <a:extLst>
              <a:ext uri="{FF2B5EF4-FFF2-40B4-BE49-F238E27FC236}">
                <a16:creationId xmlns:a16="http://schemas.microsoft.com/office/drawing/2014/main" id="{60313161-8B6A-F08D-8B64-279486F56DBD}"/>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sp>
        <p:nvSpPr>
          <p:cNvPr id="345" name="Google Shape;345;p46">
            <a:extLst>
              <a:ext uri="{FF2B5EF4-FFF2-40B4-BE49-F238E27FC236}">
                <a16:creationId xmlns:a16="http://schemas.microsoft.com/office/drawing/2014/main" id="{A136C803-1230-10EB-59B2-F11CE46F1A71}"/>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“Most” frequent</a:t>
            </a:r>
            <a:endParaRPr sz="2400" dirty="0"/>
          </a:p>
          <a:p>
            <a:pPr marL="0" lvl="0" indent="0" algn="l" rtl="0">
              <a:spcBef>
                <a:spcPts val="1600"/>
              </a:spcBef>
              <a:spcAft>
                <a:spcPts val="0"/>
              </a:spcAft>
              <a:buNone/>
            </a:pPr>
            <a:endParaRPr dirty="0"/>
          </a:p>
          <a:p>
            <a:pPr marL="0" lvl="0" indent="0" algn="l" rtl="0">
              <a:spcBef>
                <a:spcPts val="1600"/>
              </a:spcBef>
              <a:spcAft>
                <a:spcPts val="1600"/>
              </a:spcAft>
              <a:buNone/>
            </a:pPr>
            <a:r>
              <a:rPr lang="en" sz="2400" dirty="0"/>
              <a:t> </a:t>
            </a:r>
            <a:r>
              <a:rPr lang="en" sz="3200" dirty="0">
                <a:solidFill>
                  <a:srgbClr val="FFFF00"/>
                </a:solidFill>
              </a:rPr>
              <a:t>$50</a:t>
            </a:r>
            <a:r>
              <a:rPr lang="en" sz="2400" dirty="0"/>
              <a:t>, </a:t>
            </a:r>
            <a:r>
              <a:rPr lang="en" sz="3200" dirty="0">
                <a:solidFill>
                  <a:srgbClr val="FFFF00"/>
                </a:solidFill>
              </a:rPr>
              <a:t>$50</a:t>
            </a:r>
            <a:r>
              <a:rPr lang="en" sz="2400" dirty="0"/>
              <a:t>, $450, $500, $950, $1000, $11000, </a:t>
            </a:r>
            <a:r>
              <a:rPr lang="en" sz="3200" dirty="0">
                <a:solidFill>
                  <a:schemeClr val="accent6"/>
                </a:solidFill>
              </a:rPr>
              <a:t>$500</a:t>
            </a:r>
            <a:endParaRPr sz="2400" dirty="0">
              <a:solidFill>
                <a:schemeClr val="accent6"/>
              </a:solidFill>
            </a:endParaRPr>
          </a:p>
        </p:txBody>
      </p:sp>
    </p:spTree>
    <p:extLst>
      <p:ext uri="{BB962C8B-B14F-4D97-AF65-F5344CB8AC3E}">
        <p14:creationId xmlns:p14="http://schemas.microsoft.com/office/powerpoint/2010/main" val="36019454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3">
          <a:extLst>
            <a:ext uri="{FF2B5EF4-FFF2-40B4-BE49-F238E27FC236}">
              <a16:creationId xmlns:a16="http://schemas.microsoft.com/office/drawing/2014/main" id="{DC8810C7-4C7B-8B68-CF78-59C074B9B70C}"/>
            </a:ext>
          </a:extLst>
        </p:cNvPr>
        <p:cNvGrpSpPr/>
        <p:nvPr/>
      </p:nvGrpSpPr>
      <p:grpSpPr>
        <a:xfrm>
          <a:off x="0" y="0"/>
          <a:ext cx="0" cy="0"/>
          <a:chOff x="0" y="0"/>
          <a:chExt cx="0" cy="0"/>
        </a:xfrm>
      </p:grpSpPr>
      <p:sp>
        <p:nvSpPr>
          <p:cNvPr id="344" name="Google Shape;344;p46">
            <a:extLst>
              <a:ext uri="{FF2B5EF4-FFF2-40B4-BE49-F238E27FC236}">
                <a16:creationId xmlns:a16="http://schemas.microsoft.com/office/drawing/2014/main" id="{F4FA5960-B245-C0D0-494D-BF0722526C1A}"/>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sp>
        <p:nvSpPr>
          <p:cNvPr id="345" name="Google Shape;345;p46">
            <a:extLst>
              <a:ext uri="{FF2B5EF4-FFF2-40B4-BE49-F238E27FC236}">
                <a16:creationId xmlns:a16="http://schemas.microsoft.com/office/drawing/2014/main" id="{9952C5E9-83AC-F784-2CEB-E651E9ABDFAE}"/>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“Most” frequent</a:t>
            </a:r>
            <a:endParaRPr sz="2400" dirty="0"/>
          </a:p>
          <a:p>
            <a:pPr marL="0" lvl="0" indent="0" algn="l" rtl="0">
              <a:spcBef>
                <a:spcPts val="1600"/>
              </a:spcBef>
              <a:spcAft>
                <a:spcPts val="0"/>
              </a:spcAft>
              <a:buNone/>
            </a:pPr>
            <a:endParaRPr dirty="0"/>
          </a:p>
          <a:p>
            <a:pPr marL="0" lvl="0" indent="0" algn="l" rtl="0">
              <a:spcBef>
                <a:spcPts val="1600"/>
              </a:spcBef>
              <a:spcAft>
                <a:spcPts val="1600"/>
              </a:spcAft>
              <a:buNone/>
            </a:pPr>
            <a:r>
              <a:rPr lang="en" sz="2400" dirty="0"/>
              <a:t> </a:t>
            </a:r>
            <a:r>
              <a:rPr lang="en" sz="3200" dirty="0">
                <a:solidFill>
                  <a:srgbClr val="FFFF00"/>
                </a:solidFill>
              </a:rPr>
              <a:t>$50</a:t>
            </a:r>
            <a:r>
              <a:rPr lang="en" sz="2400" dirty="0"/>
              <a:t>, </a:t>
            </a:r>
            <a:r>
              <a:rPr lang="en" sz="3200" dirty="0">
                <a:solidFill>
                  <a:srgbClr val="FFFF00"/>
                </a:solidFill>
              </a:rPr>
              <a:t>$50</a:t>
            </a:r>
            <a:r>
              <a:rPr lang="en" sz="2400" dirty="0"/>
              <a:t>, $450, </a:t>
            </a:r>
            <a:r>
              <a:rPr lang="en" sz="3200" dirty="0">
                <a:solidFill>
                  <a:schemeClr val="accent6"/>
                </a:solidFill>
              </a:rPr>
              <a:t>$500</a:t>
            </a:r>
            <a:r>
              <a:rPr lang="en" sz="2400" dirty="0"/>
              <a:t>, $950, $1000, $11000, </a:t>
            </a:r>
            <a:r>
              <a:rPr lang="en" sz="3200" dirty="0">
                <a:solidFill>
                  <a:schemeClr val="accent6"/>
                </a:solidFill>
              </a:rPr>
              <a:t>$500</a:t>
            </a:r>
          </a:p>
          <a:p>
            <a:pPr marL="0" indent="0">
              <a:spcBef>
                <a:spcPts val="1600"/>
              </a:spcBef>
              <a:spcAft>
                <a:spcPts val="1600"/>
              </a:spcAft>
              <a:buNone/>
            </a:pPr>
            <a:r>
              <a:rPr lang="en" sz="3200" dirty="0">
                <a:solidFill>
                  <a:schemeClr val="bg1"/>
                </a:solidFill>
              </a:rPr>
              <a:t>Mode: </a:t>
            </a:r>
            <a:r>
              <a:rPr lang="en" sz="3200" dirty="0">
                <a:solidFill>
                  <a:srgbClr val="FFFF00"/>
                </a:solidFill>
              </a:rPr>
              <a:t>$50 </a:t>
            </a:r>
            <a:r>
              <a:rPr lang="en" sz="3200" dirty="0">
                <a:solidFill>
                  <a:schemeClr val="bg1"/>
                </a:solidFill>
              </a:rPr>
              <a:t>&amp;</a:t>
            </a:r>
            <a:r>
              <a:rPr lang="en" sz="3200" dirty="0">
                <a:solidFill>
                  <a:srgbClr val="FFFF00"/>
                </a:solidFill>
              </a:rPr>
              <a:t> </a:t>
            </a:r>
            <a:r>
              <a:rPr lang="en" sz="3200" dirty="0">
                <a:solidFill>
                  <a:schemeClr val="accent6"/>
                </a:solidFill>
              </a:rPr>
              <a:t>$500</a:t>
            </a:r>
            <a:endParaRPr lang="en" sz="2400" dirty="0">
              <a:solidFill>
                <a:schemeClr val="accent6"/>
              </a:solidFill>
            </a:endParaRPr>
          </a:p>
          <a:p>
            <a:pPr marL="0" lvl="0" indent="0" algn="l" rtl="0">
              <a:spcBef>
                <a:spcPts val="1600"/>
              </a:spcBef>
              <a:spcAft>
                <a:spcPts val="1600"/>
              </a:spcAft>
              <a:buNone/>
            </a:pPr>
            <a:endParaRPr sz="2400" dirty="0">
              <a:solidFill>
                <a:schemeClr val="bg1"/>
              </a:solidFill>
            </a:endParaRPr>
          </a:p>
        </p:txBody>
      </p:sp>
    </p:spTree>
    <p:extLst>
      <p:ext uri="{BB962C8B-B14F-4D97-AF65-F5344CB8AC3E}">
        <p14:creationId xmlns:p14="http://schemas.microsoft.com/office/powerpoint/2010/main" val="31299629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73"/>
        <p:cNvGrpSpPr/>
        <p:nvPr/>
      </p:nvGrpSpPr>
      <p:grpSpPr>
        <a:xfrm>
          <a:off x="0" y="0"/>
          <a:ext cx="0" cy="0"/>
          <a:chOff x="0" y="0"/>
          <a:chExt cx="0" cy="0"/>
        </a:xfrm>
      </p:grpSpPr>
      <p:sp>
        <p:nvSpPr>
          <p:cNvPr id="374" name="Google Shape;374;p5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graphicFrame>
        <p:nvGraphicFramePr>
          <p:cNvPr id="4" name="Table 3">
            <a:extLst>
              <a:ext uri="{FF2B5EF4-FFF2-40B4-BE49-F238E27FC236}">
                <a16:creationId xmlns:a16="http://schemas.microsoft.com/office/drawing/2014/main" id="{B0F5546B-B18D-86D7-0A4F-14DA0DD95B83}"/>
              </a:ext>
            </a:extLst>
          </p:cNvPr>
          <p:cNvGraphicFramePr>
            <a:graphicFrameLocks noGrp="1"/>
          </p:cNvGraphicFramePr>
          <p:nvPr>
            <p:extLst>
              <p:ext uri="{D42A27DB-BD31-4B8C-83A1-F6EECF244321}">
                <p14:modId xmlns:p14="http://schemas.microsoft.com/office/powerpoint/2010/main" val="578820750"/>
              </p:ext>
            </p:extLst>
          </p:nvPr>
        </p:nvGraphicFramePr>
        <p:xfrm>
          <a:off x="1694329" y="1758950"/>
          <a:ext cx="6096000" cy="1371600"/>
        </p:xfrm>
        <a:graphic>
          <a:graphicData uri="http://schemas.openxmlformats.org/drawingml/2006/table">
            <a:tbl>
              <a:tblPr firstRow="1" bandRow="1">
                <a:tableStyleId>{450DAD7F-6C3D-44DA-B44C-F0A5328448DC}</a:tableStyleId>
              </a:tblPr>
              <a:tblGrid>
                <a:gridCol w="2032000">
                  <a:extLst>
                    <a:ext uri="{9D8B030D-6E8A-4147-A177-3AD203B41FA5}">
                      <a16:colId xmlns:a16="http://schemas.microsoft.com/office/drawing/2014/main" val="573950071"/>
                    </a:ext>
                  </a:extLst>
                </a:gridCol>
                <a:gridCol w="2032000">
                  <a:extLst>
                    <a:ext uri="{9D8B030D-6E8A-4147-A177-3AD203B41FA5}">
                      <a16:colId xmlns:a16="http://schemas.microsoft.com/office/drawing/2014/main" val="665205467"/>
                    </a:ext>
                  </a:extLst>
                </a:gridCol>
                <a:gridCol w="2032000">
                  <a:extLst>
                    <a:ext uri="{9D8B030D-6E8A-4147-A177-3AD203B41FA5}">
                      <a16:colId xmlns:a16="http://schemas.microsoft.com/office/drawing/2014/main" val="3387242940"/>
                    </a:ext>
                  </a:extLst>
                </a:gridCol>
              </a:tblGrid>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extLst>
                  <a:ext uri="{0D108BD9-81ED-4DB2-BD59-A6C34878D82A}">
                    <a16:rowId xmlns:a16="http://schemas.microsoft.com/office/drawing/2014/main" val="3796632366"/>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F-16</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extLst>
                  <a:ext uri="{0D108BD9-81ED-4DB2-BD59-A6C34878D82A}">
                    <a16:rowId xmlns:a16="http://schemas.microsoft.com/office/drawing/2014/main" val="1143887870"/>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F-35</a:t>
                      </a:r>
                    </a:p>
                  </a:txBody>
                  <a:tcPr/>
                </a:tc>
                <a:extLst>
                  <a:ext uri="{0D108BD9-81ED-4DB2-BD59-A6C34878D82A}">
                    <a16:rowId xmlns:a16="http://schemas.microsoft.com/office/drawing/2014/main" val="1510578263"/>
                  </a:ext>
                </a:extLst>
              </a:tr>
            </a:tbl>
          </a:graphicData>
        </a:graphic>
      </p:graphicFrame>
      <p:sp>
        <p:nvSpPr>
          <p:cNvPr id="7" name="Text Placeholder 6">
            <a:extLst>
              <a:ext uri="{FF2B5EF4-FFF2-40B4-BE49-F238E27FC236}">
                <a16:creationId xmlns:a16="http://schemas.microsoft.com/office/drawing/2014/main" id="{529CA58D-53FF-9040-18F4-F40BA31E18DD}"/>
              </a:ext>
            </a:extLst>
          </p:cNvPr>
          <p:cNvSpPr>
            <a:spLocks noGrp="1"/>
          </p:cNvSpPr>
          <p:nvPr>
            <p:ph type="body" idx="1"/>
          </p:nvPr>
        </p:nvSpPr>
        <p:spPr/>
        <p:txBody>
          <a:bodyPr/>
          <a:lstStyle/>
          <a:p>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A7B6408E-0D44-615D-4A46-080FC402DF74}"/>
            </a:ext>
          </a:extLst>
        </p:cNvPr>
        <p:cNvGrpSpPr/>
        <p:nvPr/>
      </p:nvGrpSpPr>
      <p:grpSpPr>
        <a:xfrm>
          <a:off x="0" y="0"/>
          <a:ext cx="0" cy="0"/>
          <a:chOff x="0" y="0"/>
          <a:chExt cx="0" cy="0"/>
        </a:xfrm>
      </p:grpSpPr>
      <p:sp>
        <p:nvSpPr>
          <p:cNvPr id="374" name="Google Shape;374;p51">
            <a:extLst>
              <a:ext uri="{FF2B5EF4-FFF2-40B4-BE49-F238E27FC236}">
                <a16:creationId xmlns:a16="http://schemas.microsoft.com/office/drawing/2014/main" id="{90E74C9D-13C4-9616-47BF-8FE114CB4E4E}"/>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graphicFrame>
        <p:nvGraphicFramePr>
          <p:cNvPr id="4" name="Table 3">
            <a:extLst>
              <a:ext uri="{FF2B5EF4-FFF2-40B4-BE49-F238E27FC236}">
                <a16:creationId xmlns:a16="http://schemas.microsoft.com/office/drawing/2014/main" id="{B5F7BC4E-FEA3-7B54-34E0-8121788F0751}"/>
              </a:ext>
            </a:extLst>
          </p:cNvPr>
          <p:cNvGraphicFramePr>
            <a:graphicFrameLocks noGrp="1"/>
          </p:cNvGraphicFramePr>
          <p:nvPr/>
        </p:nvGraphicFramePr>
        <p:xfrm>
          <a:off x="1694329" y="1758950"/>
          <a:ext cx="6096000" cy="1371600"/>
        </p:xfrm>
        <a:graphic>
          <a:graphicData uri="http://schemas.openxmlformats.org/drawingml/2006/table">
            <a:tbl>
              <a:tblPr firstRow="1" bandRow="1">
                <a:tableStyleId>{450DAD7F-6C3D-44DA-B44C-F0A5328448DC}</a:tableStyleId>
              </a:tblPr>
              <a:tblGrid>
                <a:gridCol w="2032000">
                  <a:extLst>
                    <a:ext uri="{9D8B030D-6E8A-4147-A177-3AD203B41FA5}">
                      <a16:colId xmlns:a16="http://schemas.microsoft.com/office/drawing/2014/main" val="573950071"/>
                    </a:ext>
                  </a:extLst>
                </a:gridCol>
                <a:gridCol w="2032000">
                  <a:extLst>
                    <a:ext uri="{9D8B030D-6E8A-4147-A177-3AD203B41FA5}">
                      <a16:colId xmlns:a16="http://schemas.microsoft.com/office/drawing/2014/main" val="665205467"/>
                    </a:ext>
                  </a:extLst>
                </a:gridCol>
                <a:gridCol w="2032000">
                  <a:extLst>
                    <a:ext uri="{9D8B030D-6E8A-4147-A177-3AD203B41FA5}">
                      <a16:colId xmlns:a16="http://schemas.microsoft.com/office/drawing/2014/main" val="3387242940"/>
                    </a:ext>
                  </a:extLst>
                </a:gridCol>
              </a:tblGrid>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extLst>
                  <a:ext uri="{0D108BD9-81ED-4DB2-BD59-A6C34878D82A}">
                    <a16:rowId xmlns:a16="http://schemas.microsoft.com/office/drawing/2014/main" val="3796632366"/>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F-16</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extLst>
                  <a:ext uri="{0D108BD9-81ED-4DB2-BD59-A6C34878D82A}">
                    <a16:rowId xmlns:a16="http://schemas.microsoft.com/office/drawing/2014/main" val="1143887870"/>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F-35</a:t>
                      </a:r>
                    </a:p>
                  </a:txBody>
                  <a:tcPr/>
                </a:tc>
                <a:extLst>
                  <a:ext uri="{0D108BD9-81ED-4DB2-BD59-A6C34878D82A}">
                    <a16:rowId xmlns:a16="http://schemas.microsoft.com/office/drawing/2014/main" val="1510578263"/>
                  </a:ext>
                </a:extLst>
              </a:tr>
            </a:tbl>
          </a:graphicData>
        </a:graphic>
      </p:graphicFrame>
      <p:sp>
        <p:nvSpPr>
          <p:cNvPr id="5" name="Google Shape;333;p44">
            <a:extLst>
              <a:ext uri="{FF2B5EF4-FFF2-40B4-BE49-F238E27FC236}">
                <a16:creationId xmlns:a16="http://schemas.microsoft.com/office/drawing/2014/main" id="{26F047D0-6CB0-4960-C41B-A5C21A34F46A}"/>
              </a:ext>
            </a:extLst>
          </p:cNvPr>
          <p:cNvSpPr txBox="1">
            <a:spLocks noGrp="1"/>
          </p:cNvSpPr>
          <p:nvPr>
            <p:ph type="body" idx="1"/>
          </p:nvPr>
        </p:nvSpPr>
        <p:spPr>
          <a:xfrm>
            <a:off x="1297500" y="3263152"/>
            <a:ext cx="7038900" cy="121559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2400" dirty="0"/>
              <a:t>Mean = ~ F-19.56</a:t>
            </a:r>
            <a:br>
              <a:rPr lang="en-US" sz="2400" dirty="0"/>
            </a:br>
            <a:r>
              <a:rPr lang="en-US" sz="2400" dirty="0"/>
              <a:t>Median = F-18</a:t>
            </a:r>
          </a:p>
        </p:txBody>
      </p:sp>
    </p:spTree>
    <p:extLst>
      <p:ext uri="{BB962C8B-B14F-4D97-AF65-F5344CB8AC3E}">
        <p14:creationId xmlns:p14="http://schemas.microsoft.com/office/powerpoint/2010/main" val="221050238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9CB78C22-83D1-781F-AD3F-B5391E219E79}"/>
            </a:ext>
          </a:extLst>
        </p:cNvPr>
        <p:cNvGrpSpPr/>
        <p:nvPr/>
      </p:nvGrpSpPr>
      <p:grpSpPr>
        <a:xfrm>
          <a:off x="0" y="0"/>
          <a:ext cx="0" cy="0"/>
          <a:chOff x="0" y="0"/>
          <a:chExt cx="0" cy="0"/>
        </a:xfrm>
      </p:grpSpPr>
      <p:sp>
        <p:nvSpPr>
          <p:cNvPr id="374" name="Google Shape;374;p51">
            <a:extLst>
              <a:ext uri="{FF2B5EF4-FFF2-40B4-BE49-F238E27FC236}">
                <a16:creationId xmlns:a16="http://schemas.microsoft.com/office/drawing/2014/main" id="{7C576208-A2CB-7781-563F-F8C3343E6D02}"/>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graphicFrame>
        <p:nvGraphicFramePr>
          <p:cNvPr id="4" name="Table 3">
            <a:extLst>
              <a:ext uri="{FF2B5EF4-FFF2-40B4-BE49-F238E27FC236}">
                <a16:creationId xmlns:a16="http://schemas.microsoft.com/office/drawing/2014/main" id="{0B60773D-2D9D-647F-108A-2432A9CBB5F1}"/>
              </a:ext>
            </a:extLst>
          </p:cNvPr>
          <p:cNvGraphicFramePr>
            <a:graphicFrameLocks noGrp="1"/>
          </p:cNvGraphicFramePr>
          <p:nvPr/>
        </p:nvGraphicFramePr>
        <p:xfrm>
          <a:off x="1694329" y="1758950"/>
          <a:ext cx="6096000" cy="1371600"/>
        </p:xfrm>
        <a:graphic>
          <a:graphicData uri="http://schemas.openxmlformats.org/drawingml/2006/table">
            <a:tbl>
              <a:tblPr firstRow="1" bandRow="1">
                <a:tableStyleId>{450DAD7F-6C3D-44DA-B44C-F0A5328448DC}</a:tableStyleId>
              </a:tblPr>
              <a:tblGrid>
                <a:gridCol w="2032000">
                  <a:extLst>
                    <a:ext uri="{9D8B030D-6E8A-4147-A177-3AD203B41FA5}">
                      <a16:colId xmlns:a16="http://schemas.microsoft.com/office/drawing/2014/main" val="573950071"/>
                    </a:ext>
                  </a:extLst>
                </a:gridCol>
                <a:gridCol w="2032000">
                  <a:extLst>
                    <a:ext uri="{9D8B030D-6E8A-4147-A177-3AD203B41FA5}">
                      <a16:colId xmlns:a16="http://schemas.microsoft.com/office/drawing/2014/main" val="665205467"/>
                    </a:ext>
                  </a:extLst>
                </a:gridCol>
                <a:gridCol w="2032000">
                  <a:extLst>
                    <a:ext uri="{9D8B030D-6E8A-4147-A177-3AD203B41FA5}">
                      <a16:colId xmlns:a16="http://schemas.microsoft.com/office/drawing/2014/main" val="3387242940"/>
                    </a:ext>
                  </a:extLst>
                </a:gridCol>
              </a:tblGrid>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extLst>
                  <a:ext uri="{0D108BD9-81ED-4DB2-BD59-A6C34878D82A}">
                    <a16:rowId xmlns:a16="http://schemas.microsoft.com/office/drawing/2014/main" val="3796632366"/>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F-16</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extLst>
                  <a:ext uri="{0D108BD9-81ED-4DB2-BD59-A6C34878D82A}">
                    <a16:rowId xmlns:a16="http://schemas.microsoft.com/office/drawing/2014/main" val="1143887870"/>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F-35</a:t>
                      </a:r>
                    </a:p>
                  </a:txBody>
                  <a:tcPr/>
                </a:tc>
                <a:extLst>
                  <a:ext uri="{0D108BD9-81ED-4DB2-BD59-A6C34878D82A}">
                    <a16:rowId xmlns:a16="http://schemas.microsoft.com/office/drawing/2014/main" val="1510578263"/>
                  </a:ext>
                </a:extLst>
              </a:tr>
            </a:tbl>
          </a:graphicData>
        </a:graphic>
      </p:graphicFrame>
      <p:sp>
        <p:nvSpPr>
          <p:cNvPr id="5" name="Google Shape;333;p44">
            <a:extLst>
              <a:ext uri="{FF2B5EF4-FFF2-40B4-BE49-F238E27FC236}">
                <a16:creationId xmlns:a16="http://schemas.microsoft.com/office/drawing/2014/main" id="{E5EBA093-1779-025C-ABAC-4CBC9624BABD}"/>
              </a:ext>
            </a:extLst>
          </p:cNvPr>
          <p:cNvSpPr txBox="1">
            <a:spLocks noGrp="1"/>
          </p:cNvSpPr>
          <p:nvPr>
            <p:ph type="body" idx="1"/>
          </p:nvPr>
        </p:nvSpPr>
        <p:spPr>
          <a:xfrm>
            <a:off x="1297500" y="3263152"/>
            <a:ext cx="7038900" cy="121559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2400" dirty="0"/>
              <a:t>Mean = ~ F-19.56</a:t>
            </a:r>
            <a:br>
              <a:rPr lang="en-US" sz="2400" dirty="0"/>
            </a:br>
            <a:r>
              <a:rPr lang="en-US" sz="2400" dirty="0"/>
              <a:t>Median = F-18</a:t>
            </a:r>
            <a:br>
              <a:rPr lang="en-US" sz="2400" dirty="0"/>
            </a:br>
            <a:r>
              <a:rPr lang="en-US" sz="2400" dirty="0"/>
              <a:t>Mode = F-15</a:t>
            </a:r>
          </a:p>
        </p:txBody>
      </p:sp>
    </p:spTree>
    <p:extLst>
      <p:ext uri="{BB962C8B-B14F-4D97-AF65-F5344CB8AC3E}">
        <p14:creationId xmlns:p14="http://schemas.microsoft.com/office/powerpoint/2010/main" val="392768186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73">
          <a:extLst>
            <a:ext uri="{FF2B5EF4-FFF2-40B4-BE49-F238E27FC236}">
              <a16:creationId xmlns:a16="http://schemas.microsoft.com/office/drawing/2014/main" id="{8D3291B5-4FBB-D3F6-C096-91A1F098FF72}"/>
            </a:ext>
          </a:extLst>
        </p:cNvPr>
        <p:cNvGrpSpPr/>
        <p:nvPr/>
      </p:nvGrpSpPr>
      <p:grpSpPr>
        <a:xfrm>
          <a:off x="0" y="0"/>
          <a:ext cx="0" cy="0"/>
          <a:chOff x="0" y="0"/>
          <a:chExt cx="0" cy="0"/>
        </a:xfrm>
      </p:grpSpPr>
      <p:sp>
        <p:nvSpPr>
          <p:cNvPr id="374" name="Google Shape;374;p51">
            <a:extLst>
              <a:ext uri="{FF2B5EF4-FFF2-40B4-BE49-F238E27FC236}">
                <a16:creationId xmlns:a16="http://schemas.microsoft.com/office/drawing/2014/main" id="{BF231462-F661-A5C9-6CC6-0227C6E31737}"/>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Measures of Central Tendency - </a:t>
            </a:r>
            <a:r>
              <a:rPr lang="en" sz="3000" b="1">
                <a:solidFill>
                  <a:schemeClr val="lt2"/>
                </a:solidFill>
              </a:rPr>
              <a:t>Mode</a:t>
            </a:r>
            <a:endParaRPr sz="3000" b="1">
              <a:solidFill>
                <a:schemeClr val="lt2"/>
              </a:solidFill>
            </a:endParaRPr>
          </a:p>
        </p:txBody>
      </p:sp>
      <p:graphicFrame>
        <p:nvGraphicFramePr>
          <p:cNvPr id="4" name="Table 3">
            <a:extLst>
              <a:ext uri="{FF2B5EF4-FFF2-40B4-BE49-F238E27FC236}">
                <a16:creationId xmlns:a16="http://schemas.microsoft.com/office/drawing/2014/main" id="{EC27AA3B-6EBC-9ABD-FC61-6CD9E21D0CC4}"/>
              </a:ext>
            </a:extLst>
          </p:cNvPr>
          <p:cNvGraphicFramePr>
            <a:graphicFrameLocks noGrp="1"/>
          </p:cNvGraphicFramePr>
          <p:nvPr/>
        </p:nvGraphicFramePr>
        <p:xfrm>
          <a:off x="1694329" y="1758950"/>
          <a:ext cx="6096000" cy="1371600"/>
        </p:xfrm>
        <a:graphic>
          <a:graphicData uri="http://schemas.openxmlformats.org/drawingml/2006/table">
            <a:tbl>
              <a:tblPr firstRow="1" bandRow="1">
                <a:tableStyleId>{450DAD7F-6C3D-44DA-B44C-F0A5328448DC}</a:tableStyleId>
              </a:tblPr>
              <a:tblGrid>
                <a:gridCol w="2032000">
                  <a:extLst>
                    <a:ext uri="{9D8B030D-6E8A-4147-A177-3AD203B41FA5}">
                      <a16:colId xmlns:a16="http://schemas.microsoft.com/office/drawing/2014/main" val="573950071"/>
                    </a:ext>
                  </a:extLst>
                </a:gridCol>
                <a:gridCol w="2032000">
                  <a:extLst>
                    <a:ext uri="{9D8B030D-6E8A-4147-A177-3AD203B41FA5}">
                      <a16:colId xmlns:a16="http://schemas.microsoft.com/office/drawing/2014/main" val="665205467"/>
                    </a:ext>
                  </a:extLst>
                </a:gridCol>
                <a:gridCol w="2032000">
                  <a:extLst>
                    <a:ext uri="{9D8B030D-6E8A-4147-A177-3AD203B41FA5}">
                      <a16:colId xmlns:a16="http://schemas.microsoft.com/office/drawing/2014/main" val="3387242940"/>
                    </a:ext>
                  </a:extLst>
                </a:gridCol>
              </a:tblGrid>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F-15</a:t>
                      </a:r>
                    </a:p>
                  </a:txBody>
                  <a:tcPr/>
                </a:tc>
                <a:extLst>
                  <a:ext uri="{0D108BD9-81ED-4DB2-BD59-A6C34878D82A}">
                    <a16:rowId xmlns:a16="http://schemas.microsoft.com/office/drawing/2014/main" val="3796632366"/>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F-16</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F-18</a:t>
                      </a:r>
                    </a:p>
                  </a:txBody>
                  <a:tcPr/>
                </a:tc>
                <a:extLst>
                  <a:ext uri="{0D108BD9-81ED-4DB2-BD59-A6C34878D82A}">
                    <a16:rowId xmlns:a16="http://schemas.microsoft.com/office/drawing/2014/main" val="1143887870"/>
                  </a:ext>
                </a:extLst>
              </a:tr>
              <a:tr h="370840">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F-22</a:t>
                      </a:r>
                    </a:p>
                  </a:txBody>
                  <a:tcPr/>
                </a:tc>
                <a:tc>
                  <a:txBody>
                    <a:bodyPr/>
                    <a:lstStyle/>
                    <a:p>
                      <a:r>
                        <a:rPr lang="en-US" sz="2400" dirty="0">
                          <a:solidFill>
                            <a:schemeClr val="bg1"/>
                          </a:solidFill>
                          <a:latin typeface="Lato" panose="020F0502020204030203" pitchFamily="34" charset="0"/>
                          <a:ea typeface="Lato" panose="020F0502020204030203" pitchFamily="34" charset="0"/>
                          <a:cs typeface="Lato" panose="020F0502020204030203" pitchFamily="34" charset="0"/>
                        </a:rPr>
                        <a:t>F-35</a:t>
                      </a:r>
                    </a:p>
                  </a:txBody>
                  <a:tcPr/>
                </a:tc>
                <a:extLst>
                  <a:ext uri="{0D108BD9-81ED-4DB2-BD59-A6C34878D82A}">
                    <a16:rowId xmlns:a16="http://schemas.microsoft.com/office/drawing/2014/main" val="1510578263"/>
                  </a:ext>
                </a:extLst>
              </a:tr>
            </a:tbl>
          </a:graphicData>
        </a:graphic>
      </p:graphicFrame>
      <p:sp>
        <p:nvSpPr>
          <p:cNvPr id="5" name="Google Shape;333;p44">
            <a:extLst>
              <a:ext uri="{FF2B5EF4-FFF2-40B4-BE49-F238E27FC236}">
                <a16:creationId xmlns:a16="http://schemas.microsoft.com/office/drawing/2014/main" id="{9E3181DC-731E-CA97-F6A5-A9CFF6426A46}"/>
              </a:ext>
            </a:extLst>
          </p:cNvPr>
          <p:cNvSpPr txBox="1">
            <a:spLocks noGrp="1"/>
          </p:cNvSpPr>
          <p:nvPr>
            <p:ph type="body" idx="1"/>
          </p:nvPr>
        </p:nvSpPr>
        <p:spPr>
          <a:xfrm>
            <a:off x="1297500" y="3263152"/>
            <a:ext cx="7038900" cy="1215597"/>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US" sz="2400" dirty="0"/>
              <a:t>Mean = ~ F-19.56</a:t>
            </a:r>
            <a:br>
              <a:rPr lang="en-US" sz="2400" dirty="0"/>
            </a:br>
            <a:r>
              <a:rPr lang="en-US" sz="2400" dirty="0"/>
              <a:t>Median = F-18</a:t>
            </a:r>
            <a:br>
              <a:rPr lang="en-US" sz="2400" dirty="0"/>
            </a:br>
            <a:r>
              <a:rPr lang="en-US" sz="2400" dirty="0">
                <a:solidFill>
                  <a:schemeClr val="accent2"/>
                </a:solidFill>
              </a:rPr>
              <a:t>Mode = F-15</a:t>
            </a:r>
          </a:p>
        </p:txBody>
      </p:sp>
    </p:spTree>
    <p:extLst>
      <p:ext uri="{BB962C8B-B14F-4D97-AF65-F5344CB8AC3E}">
        <p14:creationId xmlns:p14="http://schemas.microsoft.com/office/powerpoint/2010/main" val="414999359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0">
  <p:cSld>
    <p:spTree>
      <p:nvGrpSpPr>
        <p:cNvPr id="1" name="Shape 379"/>
        <p:cNvGrpSpPr/>
        <p:nvPr/>
      </p:nvGrpSpPr>
      <p:grpSpPr>
        <a:xfrm>
          <a:off x="0" y="0"/>
          <a:ext cx="0" cy="0"/>
          <a:chOff x="0" y="0"/>
          <a:chExt cx="0" cy="0"/>
        </a:xfrm>
      </p:grpSpPr>
      <p:sp>
        <p:nvSpPr>
          <p:cNvPr id="380" name="Google Shape;380;p5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381" name="Google Shape;381;p5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a:t>At a bike sales shop, sales rep are paid commission on every bike that he or she sells. You ask the manager what the typical sales rep is paid. The manager is not sure but provides you with the commission for seven sales reps for the past week: $500, $1000, $50, $11000, $950, $50, $450.</a:t>
            </a:r>
            <a:endParaRPr sz="240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0">
  <p:cSld>
    <p:spTree>
      <p:nvGrpSpPr>
        <p:cNvPr id="1" name="Shape 385"/>
        <p:cNvGrpSpPr/>
        <p:nvPr/>
      </p:nvGrpSpPr>
      <p:grpSpPr>
        <a:xfrm>
          <a:off x="0" y="0"/>
          <a:ext cx="0" cy="0"/>
          <a:chOff x="0" y="0"/>
          <a:chExt cx="0" cy="0"/>
        </a:xfrm>
      </p:grpSpPr>
      <p:sp>
        <p:nvSpPr>
          <p:cNvPr id="386" name="Google Shape;386;p5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387" name="Google Shape;387;p5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$50, $50, $450, $500, $950, $1000, $11000</a:t>
            </a:r>
            <a:endParaRPr sz="2400"/>
          </a:p>
          <a:p>
            <a:pPr marL="0" lvl="0" indent="0" algn="l" rtl="0">
              <a:spcBef>
                <a:spcPts val="1600"/>
              </a:spcBef>
              <a:spcAft>
                <a:spcPts val="0"/>
              </a:spcAft>
              <a:buNone/>
            </a:pPr>
            <a:r>
              <a:rPr lang="en" sz="2400"/>
              <a:t>Mean : $2000</a:t>
            </a:r>
            <a:endParaRPr sz="2400"/>
          </a:p>
          <a:p>
            <a:pPr marL="0" lvl="0" indent="0" algn="l" rtl="0">
              <a:spcBef>
                <a:spcPts val="1600"/>
              </a:spcBef>
              <a:spcAft>
                <a:spcPts val="0"/>
              </a:spcAft>
              <a:buNone/>
            </a:pPr>
            <a:r>
              <a:rPr lang="en" sz="2400"/>
              <a:t>Median: $500</a:t>
            </a:r>
            <a:endParaRPr sz="2400"/>
          </a:p>
          <a:p>
            <a:pPr marL="0" lvl="0" indent="0" algn="l" rtl="0">
              <a:spcBef>
                <a:spcPts val="1600"/>
              </a:spcBef>
              <a:spcAft>
                <a:spcPts val="1600"/>
              </a:spcAft>
              <a:buNone/>
            </a:pPr>
            <a:r>
              <a:rPr lang="en" sz="2400"/>
              <a:t>Mode: $50</a:t>
            </a:r>
            <a:endParaRPr sz="240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5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Which is best?</a:t>
            </a:r>
            <a:endParaRPr sz="3000"/>
          </a:p>
        </p:txBody>
      </p:sp>
      <p:sp>
        <p:nvSpPr>
          <p:cNvPr id="393" name="Google Shape;393;p5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How do extreme values (high or low) affect the measures of central tendency?</a:t>
            </a:r>
            <a:endParaRPr sz="2400"/>
          </a:p>
          <a:p>
            <a:pPr marL="0" lvl="0" indent="0" algn="l" rtl="0">
              <a:spcBef>
                <a:spcPts val="1600"/>
              </a:spcBef>
              <a:spcAft>
                <a:spcPts val="1600"/>
              </a:spcAft>
              <a:buNone/>
            </a:pPr>
            <a:endParaRPr sz="240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397"/>
        <p:cNvGrpSpPr/>
        <p:nvPr/>
      </p:nvGrpSpPr>
      <p:grpSpPr>
        <a:xfrm>
          <a:off x="0" y="0"/>
          <a:ext cx="0" cy="0"/>
          <a:chOff x="0" y="0"/>
          <a:chExt cx="0" cy="0"/>
        </a:xfrm>
      </p:grpSpPr>
      <p:sp>
        <p:nvSpPr>
          <p:cNvPr id="398" name="Google Shape;398;p5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399" name="Google Shape;399;p55"/>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Measures of:</a:t>
            </a:r>
            <a:endParaRPr sz="2400" dirty="0"/>
          </a:p>
          <a:p>
            <a:pPr marL="914400" lvl="0" indent="-381000" algn="l" rtl="0">
              <a:spcBef>
                <a:spcPts val="1600"/>
              </a:spcBef>
              <a:spcAft>
                <a:spcPts val="0"/>
              </a:spcAft>
              <a:buSzPts val="2400"/>
              <a:buAutoNum type="arabicPeriod"/>
            </a:pPr>
            <a:r>
              <a:rPr lang="en" sz="2400" dirty="0"/>
              <a:t>Central Tendency (Location)</a:t>
            </a:r>
            <a:endParaRPr sz="2400" dirty="0"/>
          </a:p>
          <a:p>
            <a:pPr marL="914400" lvl="0" indent="-381000" algn="l" rtl="0">
              <a:spcBef>
                <a:spcPts val="0"/>
              </a:spcBef>
              <a:spcAft>
                <a:spcPts val="0"/>
              </a:spcAft>
              <a:buSzPts val="2400"/>
              <a:buAutoNum type="arabicPeriod"/>
            </a:pPr>
            <a:r>
              <a:rPr lang="en" sz="2400" dirty="0"/>
              <a:t>Dispersion (Spread)</a:t>
            </a:r>
            <a:endParaRPr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9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99">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9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p5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Descriptive Statistics</a:t>
            </a:r>
            <a:endParaRPr sz="3000"/>
          </a:p>
        </p:txBody>
      </p:sp>
      <p:sp>
        <p:nvSpPr>
          <p:cNvPr id="405" name="Google Shape;405;p5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Measures of:</a:t>
            </a:r>
            <a:endParaRPr sz="2400" dirty="0"/>
          </a:p>
          <a:p>
            <a:pPr marL="914400" lvl="0" indent="-381000" algn="l" rtl="0">
              <a:spcBef>
                <a:spcPts val="1600"/>
              </a:spcBef>
              <a:spcAft>
                <a:spcPts val="0"/>
              </a:spcAft>
              <a:buSzPts val="2400"/>
              <a:buAutoNum type="arabicPeriod"/>
            </a:pPr>
            <a:r>
              <a:rPr lang="en" sz="2400" dirty="0"/>
              <a:t>Central Tendency (Location)</a:t>
            </a:r>
            <a:endParaRPr sz="2400" dirty="0"/>
          </a:p>
          <a:p>
            <a:pPr marL="914400" lvl="0" indent="-381000" algn="l" rtl="0">
              <a:spcBef>
                <a:spcPts val="0"/>
              </a:spcBef>
              <a:spcAft>
                <a:spcPts val="0"/>
              </a:spcAft>
              <a:buClr>
                <a:schemeClr val="accent2"/>
              </a:buClr>
              <a:buSzPts val="2400"/>
              <a:buAutoNum type="arabicPeriod"/>
            </a:pPr>
            <a:r>
              <a:rPr lang="en" sz="2400" b="1" dirty="0">
                <a:solidFill>
                  <a:schemeClr val="accent2"/>
                </a:solidFill>
              </a:rPr>
              <a:t>Dispersion (Spread)</a:t>
            </a:r>
            <a:endParaRPr sz="2400" b="1" dirty="0">
              <a:solidFill>
                <a:schemeClr val="accent2"/>
              </a:solidFill>
            </a:endParaRPr>
          </a:p>
          <a:p>
            <a:pPr marL="0" lvl="0" indent="0" algn="l" rtl="0">
              <a:spcBef>
                <a:spcPts val="1600"/>
              </a:spcBef>
              <a:spcAft>
                <a:spcPts val="1600"/>
              </a:spcAft>
              <a:buNone/>
            </a:pPr>
            <a:endParaRPr sz="24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6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a:t>
            </a:r>
            <a:endParaRPr sz="3000" dirty="0"/>
          </a:p>
        </p:txBody>
      </p:sp>
      <p:sp>
        <p:nvSpPr>
          <p:cNvPr id="435" name="Google Shape;435;p61"/>
          <p:cNvSpPr txBox="1">
            <a:spLocks noGrp="1"/>
          </p:cNvSpPr>
          <p:nvPr>
            <p:ph type="body" idx="1"/>
          </p:nvPr>
        </p:nvSpPr>
        <p:spPr>
          <a:xfrm>
            <a:off x="1297500" y="1567550"/>
            <a:ext cx="7038900" cy="2911200"/>
          </a:xfrm>
          <a:prstGeom prst="rect">
            <a:avLst/>
          </a:prstGeom>
          <a:noFill/>
        </p:spPr>
        <p:txBody>
          <a:bodyPr spcFirstLastPara="1" wrap="square" lIns="91425" tIns="91425" rIns="91425" bIns="91425" anchor="t" anchorCtr="0">
            <a:noAutofit/>
          </a:bodyPr>
          <a:lstStyle/>
          <a:p>
            <a:pPr marL="0" lvl="0" indent="0" algn="l" rtl="0">
              <a:spcBef>
                <a:spcPts val="0"/>
              </a:spcBef>
              <a:spcAft>
                <a:spcPts val="0"/>
              </a:spcAft>
              <a:buNone/>
            </a:pPr>
            <a:r>
              <a:rPr lang="en" sz="2400"/>
              <a:t>“Spread” of data</a:t>
            </a:r>
            <a:endParaRPr sz="2400"/>
          </a:p>
          <a:p>
            <a:pPr marL="0" lvl="0" indent="0" algn="l" rtl="0">
              <a:spcBef>
                <a:spcPts val="1600"/>
              </a:spcBef>
              <a:spcAft>
                <a:spcPts val="0"/>
              </a:spcAft>
              <a:buNone/>
            </a:pPr>
            <a:r>
              <a:rPr lang="en" sz="2400"/>
              <a:t>Measures:</a:t>
            </a:r>
            <a:endParaRPr sz="2400"/>
          </a:p>
          <a:p>
            <a:pPr marL="914400" lvl="0" indent="-381000" algn="l" rtl="0">
              <a:spcBef>
                <a:spcPts val="1600"/>
              </a:spcBef>
              <a:spcAft>
                <a:spcPts val="0"/>
              </a:spcAft>
              <a:buSzPts val="2400"/>
              <a:buAutoNum type="arabicPeriod"/>
            </a:pPr>
            <a:r>
              <a:rPr lang="en" sz="2400"/>
              <a:t>Range</a:t>
            </a:r>
            <a:endParaRPr sz="2400"/>
          </a:p>
          <a:p>
            <a:pPr marL="914400" lvl="0" indent="-381000" algn="l" rtl="0">
              <a:spcBef>
                <a:spcPts val="0"/>
              </a:spcBef>
              <a:spcAft>
                <a:spcPts val="0"/>
              </a:spcAft>
              <a:buSzPts val="2400"/>
              <a:buAutoNum type="arabicPeriod"/>
            </a:pPr>
            <a:r>
              <a:rPr lang="en" sz="2400"/>
              <a:t>Interquartile Range</a:t>
            </a:r>
            <a:endParaRPr sz="2400"/>
          </a:p>
          <a:p>
            <a:pPr marL="914400" lvl="0" indent="-381000" algn="l" rtl="0">
              <a:spcBef>
                <a:spcPts val="0"/>
              </a:spcBef>
              <a:spcAft>
                <a:spcPts val="0"/>
              </a:spcAft>
              <a:buSzPts val="2400"/>
              <a:buAutoNum type="arabicPeriod"/>
            </a:pPr>
            <a:r>
              <a:rPr lang="en" sz="2400"/>
              <a:t>Standard Deviation</a:t>
            </a: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35">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3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39"/>
        <p:cNvGrpSpPr/>
        <p:nvPr/>
      </p:nvGrpSpPr>
      <p:grpSpPr>
        <a:xfrm>
          <a:off x="0" y="0"/>
          <a:ext cx="0" cy="0"/>
          <a:chOff x="0" y="0"/>
          <a:chExt cx="0" cy="0"/>
        </a:xfrm>
      </p:grpSpPr>
      <p:sp>
        <p:nvSpPr>
          <p:cNvPr id="440" name="Google Shape;440;p6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Range</a:t>
            </a:r>
            <a:endParaRPr sz="3000" b="1" dirty="0">
              <a:solidFill>
                <a:schemeClr val="lt2"/>
              </a:solidFill>
            </a:endParaRPr>
          </a:p>
        </p:txBody>
      </p:sp>
      <p:sp>
        <p:nvSpPr>
          <p:cNvPr id="441" name="Google Shape;441;p6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Difference between the largest and smallest values</a:t>
            </a:r>
            <a:endParaRPr sz="2400"/>
          </a:p>
          <a:p>
            <a:pPr marL="0" lvl="0" indent="0" algn="l" rtl="0">
              <a:spcBef>
                <a:spcPts val="1600"/>
              </a:spcBef>
              <a:spcAft>
                <a:spcPts val="0"/>
              </a:spcAft>
              <a:buNone/>
            </a:pPr>
            <a:r>
              <a:rPr lang="en" sz="2400"/>
              <a:t>0, 1, 1, 2, 3, 5</a:t>
            </a:r>
            <a:endParaRPr sz="2400"/>
          </a:p>
          <a:p>
            <a:pPr marL="0" lvl="0" indent="0" algn="ctr" rtl="0">
              <a:spcBef>
                <a:spcPts val="1600"/>
              </a:spcBef>
              <a:spcAft>
                <a:spcPts val="1600"/>
              </a:spcAft>
              <a:buNone/>
            </a:pP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4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41">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41">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45"/>
        <p:cNvGrpSpPr/>
        <p:nvPr/>
      </p:nvGrpSpPr>
      <p:grpSpPr>
        <a:xfrm>
          <a:off x="0" y="0"/>
          <a:ext cx="0" cy="0"/>
          <a:chOff x="0" y="0"/>
          <a:chExt cx="0" cy="0"/>
        </a:xfrm>
      </p:grpSpPr>
      <p:sp>
        <p:nvSpPr>
          <p:cNvPr id="446" name="Google Shape;446;p6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Range</a:t>
            </a:r>
            <a:endParaRPr sz="3000" b="1" dirty="0">
              <a:solidFill>
                <a:schemeClr val="lt2"/>
              </a:solidFill>
            </a:endParaRPr>
          </a:p>
        </p:txBody>
      </p:sp>
      <p:sp>
        <p:nvSpPr>
          <p:cNvPr id="447" name="Google Shape;447;p6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Difference between the largest and smallest values</a:t>
            </a:r>
            <a:endParaRPr sz="2400"/>
          </a:p>
          <a:p>
            <a:pPr marL="0" lvl="0" indent="0" algn="l" rtl="0">
              <a:spcBef>
                <a:spcPts val="1600"/>
              </a:spcBef>
              <a:spcAft>
                <a:spcPts val="1600"/>
              </a:spcAft>
              <a:buNone/>
            </a:pPr>
            <a:r>
              <a:rPr lang="en" sz="3600" b="1">
                <a:solidFill>
                  <a:schemeClr val="accent2"/>
                </a:solidFill>
              </a:rPr>
              <a:t>0</a:t>
            </a:r>
            <a:r>
              <a:rPr lang="en" sz="2400"/>
              <a:t>, 1, 1, 2, 3, </a:t>
            </a:r>
            <a:r>
              <a:rPr lang="en" sz="4800" b="1">
                <a:solidFill>
                  <a:schemeClr val="accent1"/>
                </a:solidFill>
              </a:rPr>
              <a:t>5</a:t>
            </a:r>
            <a:endParaRPr sz="2400" b="1"/>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51"/>
        <p:cNvGrpSpPr/>
        <p:nvPr/>
      </p:nvGrpSpPr>
      <p:grpSpPr>
        <a:xfrm>
          <a:off x="0" y="0"/>
          <a:ext cx="0" cy="0"/>
          <a:chOff x="0" y="0"/>
          <a:chExt cx="0" cy="0"/>
        </a:xfrm>
      </p:grpSpPr>
      <p:sp>
        <p:nvSpPr>
          <p:cNvPr id="452" name="Google Shape;452;p6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Range</a:t>
            </a:r>
            <a:endParaRPr sz="3000" b="1" dirty="0">
              <a:solidFill>
                <a:schemeClr val="lt2"/>
              </a:solidFill>
            </a:endParaRPr>
          </a:p>
        </p:txBody>
      </p:sp>
      <p:sp>
        <p:nvSpPr>
          <p:cNvPr id="453" name="Google Shape;453;p6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Difference between the largest and smallest values</a:t>
            </a:r>
            <a:endParaRPr sz="2400"/>
          </a:p>
          <a:p>
            <a:pPr marL="0" lvl="0" indent="0" algn="l" rtl="0">
              <a:spcBef>
                <a:spcPts val="1600"/>
              </a:spcBef>
              <a:spcAft>
                <a:spcPts val="0"/>
              </a:spcAft>
              <a:buNone/>
            </a:pPr>
            <a:r>
              <a:rPr lang="en" sz="3600"/>
              <a:t>0</a:t>
            </a:r>
            <a:r>
              <a:rPr lang="en" sz="2400"/>
              <a:t>, 1, 1, 2, 3, </a:t>
            </a:r>
            <a:r>
              <a:rPr lang="en" sz="4800"/>
              <a:t>5</a:t>
            </a:r>
            <a:endParaRPr sz="4800"/>
          </a:p>
          <a:p>
            <a:pPr marL="0" lvl="0" indent="0" algn="l" rtl="0">
              <a:spcBef>
                <a:spcPts val="1600"/>
              </a:spcBef>
              <a:spcAft>
                <a:spcPts val="1600"/>
              </a:spcAft>
              <a:buNone/>
            </a:pPr>
            <a:r>
              <a:rPr lang="en" sz="4800" b="1">
                <a:solidFill>
                  <a:schemeClr val="accent1"/>
                </a:solidFill>
              </a:rPr>
              <a:t>5</a:t>
            </a:r>
            <a:r>
              <a:rPr lang="en" sz="2400"/>
              <a:t> - </a:t>
            </a:r>
            <a:r>
              <a:rPr lang="en" sz="3600" b="1">
                <a:solidFill>
                  <a:schemeClr val="accent2"/>
                </a:solidFill>
              </a:rPr>
              <a:t>0</a:t>
            </a:r>
            <a:r>
              <a:rPr lang="en" sz="2400"/>
              <a:t> </a:t>
            </a:r>
            <a:endParaRPr sz="240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57"/>
        <p:cNvGrpSpPr/>
        <p:nvPr/>
      </p:nvGrpSpPr>
      <p:grpSpPr>
        <a:xfrm>
          <a:off x="0" y="0"/>
          <a:ext cx="0" cy="0"/>
          <a:chOff x="0" y="0"/>
          <a:chExt cx="0" cy="0"/>
        </a:xfrm>
      </p:grpSpPr>
      <p:sp>
        <p:nvSpPr>
          <p:cNvPr id="458" name="Google Shape;458;p6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Range</a:t>
            </a:r>
            <a:endParaRPr sz="3000" b="1" dirty="0">
              <a:solidFill>
                <a:schemeClr val="lt2"/>
              </a:solidFill>
            </a:endParaRPr>
          </a:p>
        </p:txBody>
      </p:sp>
      <p:sp>
        <p:nvSpPr>
          <p:cNvPr id="459" name="Google Shape;459;p6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a:t>Difference between the largest and smallest values</a:t>
            </a:r>
            <a:endParaRPr sz="2400"/>
          </a:p>
          <a:p>
            <a:pPr marL="0" lvl="0" indent="0" algn="l" rtl="0">
              <a:spcBef>
                <a:spcPts val="1600"/>
              </a:spcBef>
              <a:spcAft>
                <a:spcPts val="0"/>
              </a:spcAft>
              <a:buNone/>
            </a:pPr>
            <a:r>
              <a:rPr lang="en" sz="3600"/>
              <a:t>0</a:t>
            </a:r>
            <a:r>
              <a:rPr lang="en" sz="2400"/>
              <a:t>, 1, 1, 2, 3, </a:t>
            </a:r>
            <a:r>
              <a:rPr lang="en" sz="4800"/>
              <a:t>5</a:t>
            </a:r>
            <a:endParaRPr sz="4800"/>
          </a:p>
          <a:p>
            <a:pPr marL="0" lvl="0" indent="0" algn="l" rtl="0">
              <a:spcBef>
                <a:spcPts val="1600"/>
              </a:spcBef>
              <a:spcAft>
                <a:spcPts val="0"/>
              </a:spcAft>
              <a:buNone/>
            </a:pPr>
            <a:r>
              <a:rPr lang="en" sz="4800"/>
              <a:t>5</a:t>
            </a:r>
            <a:r>
              <a:rPr lang="en" sz="2400"/>
              <a:t> - </a:t>
            </a:r>
            <a:r>
              <a:rPr lang="en" sz="3600"/>
              <a:t>0</a:t>
            </a:r>
            <a:r>
              <a:rPr lang="en" sz="2400"/>
              <a:t> </a:t>
            </a:r>
            <a:endParaRPr sz="2400"/>
          </a:p>
          <a:p>
            <a:pPr marL="0" lvl="0" indent="0" algn="l" rtl="0">
              <a:spcBef>
                <a:spcPts val="1600"/>
              </a:spcBef>
              <a:spcAft>
                <a:spcPts val="1600"/>
              </a:spcAft>
              <a:buNone/>
            </a:pPr>
            <a:r>
              <a:rPr lang="en" sz="4800" b="1">
                <a:solidFill>
                  <a:schemeClr val="lt2"/>
                </a:solidFill>
              </a:rPr>
              <a:t>5</a:t>
            </a:r>
            <a:endParaRPr sz="4800" b="1">
              <a:solidFill>
                <a:schemeClr val="lt2"/>
              </a:solidFill>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63"/>
        <p:cNvGrpSpPr/>
        <p:nvPr/>
      </p:nvGrpSpPr>
      <p:grpSpPr>
        <a:xfrm>
          <a:off x="0" y="0"/>
          <a:ext cx="0" cy="0"/>
          <a:chOff x="0" y="0"/>
          <a:chExt cx="0" cy="0"/>
        </a:xfrm>
      </p:grpSpPr>
      <p:sp>
        <p:nvSpPr>
          <p:cNvPr id="464" name="Google Shape;464;p6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465" name="Google Shape;465;p6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0, 1, 1, 2, 3, 5</a:t>
            </a:r>
            <a:endParaRPr/>
          </a:p>
          <a:p>
            <a:pPr marL="0" lvl="0" indent="0" algn="ctr" rtl="0">
              <a:spcBef>
                <a:spcPts val="1600"/>
              </a:spcBef>
              <a:spcAft>
                <a:spcPts val="1600"/>
              </a:spcAft>
              <a:buNone/>
            </a:pP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6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6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6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69"/>
        <p:cNvGrpSpPr/>
        <p:nvPr/>
      </p:nvGrpSpPr>
      <p:grpSpPr>
        <a:xfrm>
          <a:off x="0" y="0"/>
          <a:ext cx="0" cy="0"/>
          <a:chOff x="0" y="0"/>
          <a:chExt cx="0" cy="0"/>
        </a:xfrm>
      </p:grpSpPr>
      <p:sp>
        <p:nvSpPr>
          <p:cNvPr id="470" name="Google Shape;470;p6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471" name="Google Shape;471;p6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b="1">
                <a:solidFill>
                  <a:schemeClr val="accent2"/>
                </a:solidFill>
              </a:rPr>
              <a:t>0, 1, 1</a:t>
            </a:r>
            <a:r>
              <a:rPr lang="en" sz="2400" b="1"/>
              <a:t>						</a:t>
            </a:r>
            <a:r>
              <a:rPr lang="en" sz="2400" b="1">
                <a:solidFill>
                  <a:schemeClr val="accent1"/>
                </a:solidFill>
              </a:rPr>
              <a:t>2, 3, 5</a:t>
            </a:r>
            <a:endParaRPr b="1">
              <a:solidFill>
                <a:schemeClr val="accent1"/>
              </a:solidFill>
            </a:endParaRPr>
          </a:p>
          <a:p>
            <a:pPr marL="0" lvl="0" indent="0" algn="ctr" rtl="0">
              <a:spcBef>
                <a:spcPts val="1600"/>
              </a:spcBef>
              <a:spcAft>
                <a:spcPts val="1600"/>
              </a:spcAft>
              <a:buNone/>
            </a:pPr>
            <a:endParaRPr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6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477" name="Google Shape;477;p6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a:t>
            </a:r>
            <a:r>
              <a:rPr lang="en" sz="2400" b="1"/>
              <a:t> </a:t>
            </a:r>
            <a:r>
              <a:rPr lang="en" sz="3600" b="1">
                <a:solidFill>
                  <a:schemeClr val="accent2"/>
                </a:solidFill>
              </a:rPr>
              <a:t>1</a:t>
            </a:r>
            <a:r>
              <a:rPr lang="en" sz="2400"/>
              <a:t>, 1						2,</a:t>
            </a:r>
            <a:r>
              <a:rPr lang="en" sz="2400" b="1"/>
              <a:t> </a:t>
            </a:r>
            <a:r>
              <a:rPr lang="en" sz="4800" b="1">
                <a:solidFill>
                  <a:schemeClr val="accent1"/>
                </a:solidFill>
              </a:rPr>
              <a:t>3</a:t>
            </a:r>
            <a:r>
              <a:rPr lang="en" sz="2400"/>
              <a:t>, 5</a:t>
            </a:r>
            <a:endParaRPr/>
          </a:p>
          <a:p>
            <a:pPr marL="0" lvl="0" indent="0" algn="ctr" rtl="0">
              <a:spcBef>
                <a:spcPts val="1600"/>
              </a:spcBef>
              <a:spcAft>
                <a:spcPts val="1600"/>
              </a:spcAft>
              <a:buNone/>
            </a:pPr>
            <a:endParaRPr sz="240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sp>
        <p:nvSpPr>
          <p:cNvPr id="482" name="Google Shape;482;p6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483" name="Google Shape;483;p6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a:t>
            </a:r>
            <a:r>
              <a:rPr lang="en" sz="2400" b="1"/>
              <a:t> </a:t>
            </a:r>
            <a:r>
              <a:rPr lang="en" sz="3600"/>
              <a:t>1</a:t>
            </a:r>
            <a:r>
              <a:rPr lang="en" sz="2400"/>
              <a:t>, 1						2,</a:t>
            </a:r>
            <a:r>
              <a:rPr lang="en" sz="2400" b="1"/>
              <a:t> </a:t>
            </a:r>
            <a:r>
              <a:rPr lang="en" sz="4800"/>
              <a:t>3</a:t>
            </a:r>
            <a:r>
              <a:rPr lang="en" sz="2400"/>
              <a:t>, 5</a:t>
            </a:r>
            <a:endParaRPr sz="2400"/>
          </a:p>
          <a:p>
            <a:pPr marL="0" lvl="0" indent="0" algn="ctr" rtl="0">
              <a:spcBef>
                <a:spcPts val="1600"/>
              </a:spcBef>
              <a:spcAft>
                <a:spcPts val="0"/>
              </a:spcAft>
              <a:buNone/>
            </a:pPr>
            <a:r>
              <a:rPr lang="en" sz="4800" b="1">
                <a:solidFill>
                  <a:schemeClr val="accent1"/>
                </a:solidFill>
              </a:rPr>
              <a:t>3 </a:t>
            </a:r>
            <a:r>
              <a:rPr lang="en" sz="2400"/>
              <a:t>- </a:t>
            </a:r>
            <a:r>
              <a:rPr lang="en" sz="3600" b="1">
                <a:solidFill>
                  <a:schemeClr val="accent2"/>
                </a:solidFill>
              </a:rPr>
              <a:t>1</a:t>
            </a:r>
            <a:endParaRPr sz="2400"/>
          </a:p>
          <a:p>
            <a:pPr marL="0" lvl="0" indent="0" algn="ctr" rtl="0">
              <a:spcBef>
                <a:spcPts val="1600"/>
              </a:spcBef>
              <a:spcAft>
                <a:spcPts val="1600"/>
              </a:spcAft>
              <a:buNone/>
            </a:pPr>
            <a:endParaRPr sz="240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7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489" name="Google Shape;489;p70"/>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a:t>
            </a:r>
            <a:r>
              <a:rPr lang="en" sz="2400" b="1"/>
              <a:t> </a:t>
            </a:r>
            <a:r>
              <a:rPr lang="en" sz="3600"/>
              <a:t>1</a:t>
            </a:r>
            <a:r>
              <a:rPr lang="en" sz="2400"/>
              <a:t>, 1						2,</a:t>
            </a:r>
            <a:r>
              <a:rPr lang="en" sz="2400" b="1"/>
              <a:t> </a:t>
            </a:r>
            <a:r>
              <a:rPr lang="en" sz="4800"/>
              <a:t>3</a:t>
            </a:r>
            <a:r>
              <a:rPr lang="en" sz="2400"/>
              <a:t>, 5</a:t>
            </a:r>
            <a:endParaRPr sz="2400"/>
          </a:p>
          <a:p>
            <a:pPr marL="0" lvl="0" indent="0" algn="ctr" rtl="0">
              <a:spcBef>
                <a:spcPts val="1600"/>
              </a:spcBef>
              <a:spcAft>
                <a:spcPts val="0"/>
              </a:spcAft>
              <a:buNone/>
            </a:pPr>
            <a:r>
              <a:rPr lang="en" sz="4800"/>
              <a:t>3 </a:t>
            </a:r>
            <a:r>
              <a:rPr lang="en" sz="2400"/>
              <a:t>- </a:t>
            </a:r>
            <a:r>
              <a:rPr lang="en" sz="3600"/>
              <a:t>1</a:t>
            </a:r>
            <a:endParaRPr sz="3600"/>
          </a:p>
          <a:p>
            <a:pPr marL="0" lvl="0" indent="0" algn="ctr" rtl="0">
              <a:spcBef>
                <a:spcPts val="1600"/>
              </a:spcBef>
              <a:spcAft>
                <a:spcPts val="0"/>
              </a:spcAft>
              <a:buNone/>
            </a:pPr>
            <a:r>
              <a:rPr lang="en" sz="4800" b="1">
                <a:solidFill>
                  <a:schemeClr val="lt2"/>
                </a:solidFill>
              </a:rPr>
              <a:t>2</a:t>
            </a:r>
            <a:endParaRPr sz="4800" b="1">
              <a:solidFill>
                <a:schemeClr val="lt2"/>
              </a:solidFill>
            </a:endParaRPr>
          </a:p>
          <a:p>
            <a:pPr marL="0" lvl="0" indent="0" algn="ctr" rtl="0">
              <a:spcBef>
                <a:spcPts val="1600"/>
              </a:spcBef>
              <a:spcAft>
                <a:spcPts val="1600"/>
              </a:spcAft>
              <a:buNone/>
            </a:pPr>
            <a:endParaRPr sz="24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493"/>
        <p:cNvGrpSpPr/>
        <p:nvPr/>
      </p:nvGrpSpPr>
      <p:grpSpPr>
        <a:xfrm>
          <a:off x="0" y="0"/>
          <a:ext cx="0" cy="0"/>
          <a:chOff x="0" y="0"/>
          <a:chExt cx="0" cy="0"/>
        </a:xfrm>
      </p:grpSpPr>
      <p:sp>
        <p:nvSpPr>
          <p:cNvPr id="494" name="Google Shape;494;p7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495" name="Google Shape;495;p71"/>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0, 1, 1, 2, 3, 5, 8</a:t>
            </a:r>
            <a:endParaRPr/>
          </a:p>
          <a:p>
            <a:pPr marL="0" lvl="0" indent="0" algn="ctr" rtl="0">
              <a:spcBef>
                <a:spcPts val="1600"/>
              </a:spcBef>
              <a:spcAft>
                <a:spcPts val="1600"/>
              </a:spcAft>
              <a:buNone/>
            </a:pPr>
            <a:endParaRPr sz="240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499"/>
        <p:cNvGrpSpPr/>
        <p:nvPr/>
      </p:nvGrpSpPr>
      <p:grpSpPr>
        <a:xfrm>
          <a:off x="0" y="0"/>
          <a:ext cx="0" cy="0"/>
          <a:chOff x="0" y="0"/>
          <a:chExt cx="0" cy="0"/>
        </a:xfrm>
      </p:grpSpPr>
      <p:sp>
        <p:nvSpPr>
          <p:cNvPr id="500" name="Google Shape;500;p7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501" name="Google Shape;501;p72"/>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0, 1, 1, </a:t>
            </a:r>
            <a:r>
              <a:rPr lang="en" sz="3600" b="1">
                <a:solidFill>
                  <a:schemeClr val="lt2"/>
                </a:solidFill>
              </a:rPr>
              <a:t>2</a:t>
            </a:r>
            <a:r>
              <a:rPr lang="en" sz="2400"/>
              <a:t>, 3, 5, 8</a:t>
            </a:r>
            <a:endParaRPr/>
          </a:p>
          <a:p>
            <a:pPr marL="0" lvl="0" indent="0" algn="ctr" rtl="0">
              <a:spcBef>
                <a:spcPts val="1600"/>
              </a:spcBef>
              <a:spcAft>
                <a:spcPts val="1600"/>
              </a:spcAft>
              <a:buNone/>
            </a:pPr>
            <a:endParaRPr sz="240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7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507" name="Google Shape;507;p73"/>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0, 1, 1		 </a:t>
            </a:r>
            <a:r>
              <a:rPr lang="en" sz="3600" b="1" strike="sngStrike">
                <a:solidFill>
                  <a:schemeClr val="lt2"/>
                </a:solidFill>
              </a:rPr>
              <a:t>2</a:t>
            </a:r>
            <a:r>
              <a:rPr lang="en" sz="2400"/>
              <a:t>		 3, 5, 8</a:t>
            </a:r>
            <a:endParaRPr/>
          </a:p>
          <a:p>
            <a:pPr marL="0" lvl="0" indent="0" algn="ctr" rtl="0">
              <a:spcBef>
                <a:spcPts val="1600"/>
              </a:spcBef>
              <a:spcAft>
                <a:spcPts val="1600"/>
              </a:spcAft>
              <a:buNone/>
            </a:pPr>
            <a:endParaRPr sz="240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74"/>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513" name="Google Shape;513;p74"/>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1600"/>
              </a:spcAft>
              <a:buNone/>
            </a:pPr>
            <a:r>
              <a:rPr lang="en" sz="2400"/>
              <a:t>0, </a:t>
            </a:r>
            <a:r>
              <a:rPr lang="en" sz="3600" b="1">
                <a:solidFill>
                  <a:schemeClr val="accent2"/>
                </a:solidFill>
              </a:rPr>
              <a:t>1</a:t>
            </a:r>
            <a:r>
              <a:rPr lang="en" sz="2400"/>
              <a:t>, 1		 </a:t>
            </a:r>
            <a:r>
              <a:rPr lang="en" sz="3600" strike="sngStrike"/>
              <a:t>2</a:t>
            </a:r>
            <a:r>
              <a:rPr lang="en" sz="2400"/>
              <a:t>		 3, </a:t>
            </a:r>
            <a:r>
              <a:rPr lang="en" sz="4800" b="1">
                <a:solidFill>
                  <a:schemeClr val="accent1"/>
                </a:solidFill>
              </a:rPr>
              <a:t>5</a:t>
            </a:r>
            <a:r>
              <a:rPr lang="en" sz="2400"/>
              <a:t>, 8</a:t>
            </a:r>
            <a:endParaRPr sz="24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7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519" name="Google Shape;519;p7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 </a:t>
            </a:r>
            <a:r>
              <a:rPr lang="en" sz="3600"/>
              <a:t>1</a:t>
            </a:r>
            <a:r>
              <a:rPr lang="en" sz="2400"/>
              <a:t>, 1		 </a:t>
            </a:r>
            <a:r>
              <a:rPr lang="en" sz="3600" strike="sngStrike"/>
              <a:t>2</a:t>
            </a:r>
            <a:r>
              <a:rPr lang="en" sz="2400"/>
              <a:t>		 3, </a:t>
            </a:r>
            <a:r>
              <a:rPr lang="en" sz="4800"/>
              <a:t>5</a:t>
            </a:r>
            <a:r>
              <a:rPr lang="en" sz="2400"/>
              <a:t>, 8</a:t>
            </a:r>
            <a:endParaRPr/>
          </a:p>
          <a:p>
            <a:pPr marL="0" lvl="0" indent="0" algn="ctr" rtl="0">
              <a:spcBef>
                <a:spcPts val="1600"/>
              </a:spcBef>
              <a:spcAft>
                <a:spcPts val="1600"/>
              </a:spcAft>
              <a:buNone/>
            </a:pPr>
            <a:r>
              <a:rPr lang="en" sz="4800" b="1">
                <a:solidFill>
                  <a:schemeClr val="accent1"/>
                </a:solidFill>
              </a:rPr>
              <a:t>5 </a:t>
            </a:r>
            <a:r>
              <a:rPr lang="en" sz="2400"/>
              <a:t>- </a:t>
            </a:r>
            <a:r>
              <a:rPr lang="en" sz="3600" b="1">
                <a:solidFill>
                  <a:schemeClr val="accent2"/>
                </a:solidFill>
              </a:rPr>
              <a:t>1</a:t>
            </a:r>
            <a:endParaRPr sz="240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7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Interquartile Range</a:t>
            </a:r>
            <a:endParaRPr sz="3000" b="1" dirty="0">
              <a:solidFill>
                <a:schemeClr val="lt2"/>
              </a:solidFill>
            </a:endParaRPr>
          </a:p>
        </p:txBody>
      </p:sp>
      <p:sp>
        <p:nvSpPr>
          <p:cNvPr id="525" name="Google Shape;525;p7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r>
              <a:rPr lang="en" sz="2400"/>
              <a:t>Range of the middle 50% of data</a:t>
            </a:r>
            <a:endParaRPr sz="2400"/>
          </a:p>
          <a:p>
            <a:pPr marL="0" lvl="0" indent="0" algn="ctr" rtl="0">
              <a:spcBef>
                <a:spcPts val="1600"/>
              </a:spcBef>
              <a:spcAft>
                <a:spcPts val="0"/>
              </a:spcAft>
              <a:buNone/>
            </a:pPr>
            <a:r>
              <a:rPr lang="en" sz="2400"/>
              <a:t>0, </a:t>
            </a:r>
            <a:r>
              <a:rPr lang="en" sz="3600"/>
              <a:t>1</a:t>
            </a:r>
            <a:r>
              <a:rPr lang="en" sz="2400"/>
              <a:t>, 1		 </a:t>
            </a:r>
            <a:r>
              <a:rPr lang="en" sz="3600" strike="sngStrike"/>
              <a:t>2</a:t>
            </a:r>
            <a:r>
              <a:rPr lang="en" sz="2400"/>
              <a:t>		 3, </a:t>
            </a:r>
            <a:r>
              <a:rPr lang="en" sz="4800"/>
              <a:t>5</a:t>
            </a:r>
            <a:r>
              <a:rPr lang="en" sz="2400"/>
              <a:t>, 8</a:t>
            </a:r>
            <a:endParaRPr/>
          </a:p>
          <a:p>
            <a:pPr marL="0" lvl="0" indent="0" algn="ctr" rtl="0">
              <a:spcBef>
                <a:spcPts val="1600"/>
              </a:spcBef>
              <a:spcAft>
                <a:spcPts val="0"/>
              </a:spcAft>
              <a:buNone/>
            </a:pPr>
            <a:r>
              <a:rPr lang="en" sz="4800"/>
              <a:t>5 </a:t>
            </a:r>
            <a:r>
              <a:rPr lang="en" sz="2400"/>
              <a:t>- </a:t>
            </a:r>
            <a:r>
              <a:rPr lang="en" sz="3600"/>
              <a:t>1</a:t>
            </a:r>
            <a:endParaRPr sz="3600"/>
          </a:p>
          <a:p>
            <a:pPr marL="0" lvl="0" indent="0" algn="ctr" rtl="0">
              <a:spcBef>
                <a:spcPts val="1600"/>
              </a:spcBef>
              <a:spcAft>
                <a:spcPts val="1600"/>
              </a:spcAft>
              <a:buNone/>
            </a:pPr>
            <a:r>
              <a:rPr lang="en" sz="4800" b="1">
                <a:solidFill>
                  <a:schemeClr val="lt2"/>
                </a:solidFill>
              </a:rPr>
              <a:t>4</a:t>
            </a:r>
            <a:endParaRPr sz="3600" b="1">
              <a:solidFill>
                <a:schemeClr val="accent2"/>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29">
          <a:extLst>
            <a:ext uri="{FF2B5EF4-FFF2-40B4-BE49-F238E27FC236}">
              <a16:creationId xmlns:a16="http://schemas.microsoft.com/office/drawing/2014/main" id="{DEC857C9-B9A1-9A8D-2E2B-F7C710D6D583}"/>
            </a:ext>
          </a:extLst>
        </p:cNvPr>
        <p:cNvGrpSpPr/>
        <p:nvPr/>
      </p:nvGrpSpPr>
      <p:grpSpPr>
        <a:xfrm>
          <a:off x="0" y="0"/>
          <a:ext cx="0" cy="0"/>
          <a:chOff x="0" y="0"/>
          <a:chExt cx="0" cy="0"/>
        </a:xfrm>
      </p:grpSpPr>
      <p:sp>
        <p:nvSpPr>
          <p:cNvPr id="530" name="Google Shape;530;p77">
            <a:extLst>
              <a:ext uri="{FF2B5EF4-FFF2-40B4-BE49-F238E27FC236}">
                <a16:creationId xmlns:a16="http://schemas.microsoft.com/office/drawing/2014/main" id="{25B43808-4118-F90E-1603-CB04DA744692}"/>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31" name="Google Shape;531;p77">
            <a:extLst>
              <a:ext uri="{FF2B5EF4-FFF2-40B4-BE49-F238E27FC236}">
                <a16:creationId xmlns:a16="http://schemas.microsoft.com/office/drawing/2014/main" id="{B05EB22B-1123-2513-D623-D1ED75AF4F02}"/>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“Deviation” around the mean</a:t>
            </a:r>
          </a:p>
          <a:p>
            <a:pPr marL="0" lvl="0" indent="0" algn="l" rtl="0">
              <a:spcBef>
                <a:spcPts val="0"/>
              </a:spcBef>
              <a:spcAft>
                <a:spcPts val="0"/>
              </a:spcAft>
              <a:buNone/>
            </a:pP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b="1" dirty="0"/>
          </a:p>
          <a:p>
            <a:pPr marL="0" lvl="0" indent="0" algn="l" rtl="0">
              <a:spcBef>
                <a:spcPts val="1600"/>
              </a:spcBef>
              <a:spcAft>
                <a:spcPts val="0"/>
              </a:spcAft>
              <a:buNone/>
            </a:pPr>
            <a:endParaRPr sz="2400" dirty="0"/>
          </a:p>
          <a:p>
            <a:pPr marL="0" lvl="0" indent="0" algn="ctr" rtl="0">
              <a:spcBef>
                <a:spcPts val="1600"/>
              </a:spcBef>
              <a:spcAft>
                <a:spcPts val="1600"/>
              </a:spcAft>
              <a:buNone/>
            </a:pPr>
            <a:endParaRPr sz="2400" dirty="0"/>
          </a:p>
        </p:txBody>
      </p:sp>
      <p:pic>
        <p:nvPicPr>
          <p:cNvPr id="532" name="Google Shape;532;p77" descr="s=\sqrt{\frac{\Sigma (x-\overline{x})^2}{n-1}}" title="MathEquation,#ffffff">
            <a:extLst>
              <a:ext uri="{FF2B5EF4-FFF2-40B4-BE49-F238E27FC236}">
                <a16:creationId xmlns:a16="http://schemas.microsoft.com/office/drawing/2014/main" id="{26A8CF80-55DC-A48B-55EC-3D957335C44D}"/>
              </a:ext>
            </a:extLst>
          </p:cNvPr>
          <p:cNvPicPr preferRelativeResize="0"/>
          <p:nvPr/>
        </p:nvPicPr>
        <p:blipFill>
          <a:blip r:embed="rId3">
            <a:alphaModFix/>
          </a:blip>
          <a:stretch>
            <a:fillRect/>
          </a:stretch>
        </p:blipFill>
        <p:spPr>
          <a:xfrm>
            <a:off x="1475630" y="2571750"/>
            <a:ext cx="3678824" cy="1604900"/>
          </a:xfrm>
          <a:prstGeom prst="rect">
            <a:avLst/>
          </a:prstGeom>
          <a:noFill/>
          <a:ln>
            <a:noFill/>
          </a:ln>
        </p:spPr>
      </p:pic>
      <p:pic>
        <p:nvPicPr>
          <p:cNvPr id="533" name="Google Shape;533;p77" descr="x = \text{data point} \\ \overline{x}=\text{mean} \\ n = \text{# of data points}" title="MathEquation,#ffffff">
            <a:extLst>
              <a:ext uri="{FF2B5EF4-FFF2-40B4-BE49-F238E27FC236}">
                <a16:creationId xmlns:a16="http://schemas.microsoft.com/office/drawing/2014/main" id="{CEACB7A3-A331-7A7F-E52D-0A8D2497D62E}"/>
              </a:ext>
            </a:extLst>
          </p:cNvPr>
          <p:cNvPicPr preferRelativeResize="0"/>
          <p:nvPr/>
        </p:nvPicPr>
        <p:blipFill>
          <a:blip r:embed="rId4">
            <a:alphaModFix/>
          </a:blip>
          <a:stretch>
            <a:fillRect/>
          </a:stretch>
        </p:blipFill>
        <p:spPr>
          <a:xfrm>
            <a:off x="6068275" y="2855500"/>
            <a:ext cx="1890474" cy="1037400"/>
          </a:xfrm>
          <a:prstGeom prst="rect">
            <a:avLst/>
          </a:prstGeom>
          <a:noFill/>
          <a:ln>
            <a:noFill/>
          </a:ln>
        </p:spPr>
      </p:pic>
    </p:spTree>
    <p:extLst>
      <p:ext uri="{BB962C8B-B14F-4D97-AF65-F5344CB8AC3E}">
        <p14:creationId xmlns:p14="http://schemas.microsoft.com/office/powerpoint/2010/main" val="35834188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29"/>
        <p:cNvGrpSpPr/>
        <p:nvPr/>
      </p:nvGrpSpPr>
      <p:grpSpPr>
        <a:xfrm>
          <a:off x="0" y="0"/>
          <a:ext cx="0" cy="0"/>
          <a:chOff x="0" y="0"/>
          <a:chExt cx="0" cy="0"/>
        </a:xfrm>
      </p:grpSpPr>
      <p:sp>
        <p:nvSpPr>
          <p:cNvPr id="530" name="Google Shape;530;p7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31" name="Google Shape;531;p7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“Deviation” around the mean</a:t>
            </a:r>
          </a:p>
          <a:p>
            <a:pPr marL="0" lvl="0" indent="0" algn="l" rtl="0">
              <a:spcBef>
                <a:spcPts val="0"/>
              </a:spcBef>
              <a:spcAft>
                <a:spcPts val="0"/>
              </a:spcAft>
              <a:buNone/>
            </a:pPr>
            <a:r>
              <a:rPr lang="en" sz="2400" dirty="0"/>
              <a:t>(Average distance from mean)</a:t>
            </a: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dirty="0"/>
          </a:p>
          <a:p>
            <a:pPr marL="0" lvl="0" indent="0" algn="l" rtl="0">
              <a:spcBef>
                <a:spcPts val="1600"/>
              </a:spcBef>
              <a:spcAft>
                <a:spcPts val="0"/>
              </a:spcAft>
              <a:buNone/>
            </a:pPr>
            <a:endParaRPr sz="2400" b="1" dirty="0"/>
          </a:p>
          <a:p>
            <a:pPr marL="0" lvl="0" indent="0" algn="l" rtl="0">
              <a:spcBef>
                <a:spcPts val="1600"/>
              </a:spcBef>
              <a:spcAft>
                <a:spcPts val="0"/>
              </a:spcAft>
              <a:buNone/>
            </a:pPr>
            <a:endParaRPr sz="2400" dirty="0"/>
          </a:p>
          <a:p>
            <a:pPr marL="0" lvl="0" indent="0" algn="ctr" rtl="0">
              <a:spcBef>
                <a:spcPts val="1600"/>
              </a:spcBef>
              <a:spcAft>
                <a:spcPts val="1600"/>
              </a:spcAft>
              <a:buNone/>
            </a:pPr>
            <a:endParaRPr sz="2400" dirty="0"/>
          </a:p>
        </p:txBody>
      </p:sp>
      <p:pic>
        <p:nvPicPr>
          <p:cNvPr id="532" name="Google Shape;532;p77" descr="s=\sqrt{\frac{\Sigma (x-\overline{x})^2}{n-1}}" title="MathEquation,#ffffff"/>
          <p:cNvPicPr preferRelativeResize="0"/>
          <p:nvPr/>
        </p:nvPicPr>
        <p:blipFill>
          <a:blip r:embed="rId3">
            <a:alphaModFix/>
          </a:blip>
          <a:stretch>
            <a:fillRect/>
          </a:stretch>
        </p:blipFill>
        <p:spPr>
          <a:xfrm>
            <a:off x="1475630" y="2571750"/>
            <a:ext cx="3678824" cy="1604900"/>
          </a:xfrm>
          <a:prstGeom prst="rect">
            <a:avLst/>
          </a:prstGeom>
          <a:noFill/>
          <a:ln>
            <a:noFill/>
          </a:ln>
        </p:spPr>
      </p:pic>
      <p:pic>
        <p:nvPicPr>
          <p:cNvPr id="533" name="Google Shape;533;p77" descr="x = \text{data point} \\ \overline{x}=\text{mean} \\ n = \text{# of data points}" title="MathEquation,#ffffff"/>
          <p:cNvPicPr preferRelativeResize="0"/>
          <p:nvPr/>
        </p:nvPicPr>
        <p:blipFill>
          <a:blip r:embed="rId4">
            <a:alphaModFix/>
          </a:blip>
          <a:stretch>
            <a:fillRect/>
          </a:stretch>
        </p:blipFill>
        <p:spPr>
          <a:xfrm>
            <a:off x="6068275" y="2855500"/>
            <a:ext cx="1890474" cy="10374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3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p7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39" name="Google Shape;539;p78"/>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r" rtl="0">
              <a:spcBef>
                <a:spcPts val="1600"/>
              </a:spcBef>
              <a:spcAft>
                <a:spcPts val="0"/>
              </a:spcAft>
              <a:buNone/>
            </a:pP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b="1"/>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mc:AlternateContent xmlns:mc="http://schemas.openxmlformats.org/markup-compatibility/2006" xmlns:a14="http://schemas.microsoft.com/office/drawing/2010/main">
        <mc:Choice Requires="a14">
          <p:graphicFrame>
            <p:nvGraphicFramePr>
              <p:cNvPr id="540" name="Google Shape;540;p78"/>
              <p:cNvGraphicFramePr/>
              <p:nvPr>
                <p:extLst>
                  <p:ext uri="{D42A27DB-BD31-4B8C-83A1-F6EECF244321}">
                    <p14:modId xmlns:p14="http://schemas.microsoft.com/office/powerpoint/2010/main" val="1653076425"/>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14:m>
                            <m:oMathPara xmlns:m="http://schemas.openxmlformats.org/officeDocument/2006/math">
                              <m:oMathParaPr>
                                <m:jc m:val="right"/>
                              </m:oMathParaPr>
                              <m:oMath xmlns:m="http://schemas.openxmlformats.org/officeDocument/2006/math">
                                <m:r>
                                  <a:rPr lang="en-US" b="0" i="1" dirty="0" smtClean="0">
                                    <a:solidFill>
                                      <a:schemeClr val="lt1"/>
                                    </a:solidFill>
                                    <a:latin typeface="Cambria Math" panose="02040503050406030204" pitchFamily="18" charset="0"/>
                                  </a:rPr>
                                  <m:t>𝑥</m:t>
                                </m:r>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Choice>
        <mc:Fallback xmlns="">
          <p:graphicFrame>
            <p:nvGraphicFramePr>
              <p:cNvPr id="540" name="Google Shape;540;p78"/>
              <p:cNvGraphicFramePr/>
              <p:nvPr>
                <p:extLst>
                  <p:ext uri="{D42A27DB-BD31-4B8C-83A1-F6EECF244321}">
                    <p14:modId xmlns:p14="http://schemas.microsoft.com/office/powerpoint/2010/main" val="1653076425"/>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96210">
                    <a:tc>
                      <a:txBody>
                        <a:bodyPr/>
                        <a:lstStyle/>
                        <a:p>
                          <a:endParaRPr lang="en-US"/>
                        </a:p>
                      </a:txBody>
                      <a:tcPr marL="91425" marR="91425" marT="91425" marB="91425">
                        <a:blipFill>
                          <a:blip r:embed="rId3"/>
                          <a:stretch>
                            <a:fillRect l="-1220" t="-1538" r="-529268" b="-603077"/>
                          </a:stretch>
                        </a:blipFill>
                      </a:tcPr>
                    </a:tc>
                    <a:tc>
                      <a:txBody>
                        <a:bodyPr/>
                        <a:lstStyle/>
                        <a:p>
                          <a:pPr marL="0" lvl="0" indent="0" algn="ctr" rtl="0">
                            <a:spcBef>
                              <a:spcPts val="0"/>
                            </a:spcBef>
                            <a:spcAft>
                              <a:spcPts val="0"/>
                            </a:spcAft>
                            <a:buNone/>
                          </a:pPr>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9621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9621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9621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9621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9621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96210">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44"/>
        <p:cNvGrpSpPr/>
        <p:nvPr/>
      </p:nvGrpSpPr>
      <p:grpSpPr>
        <a:xfrm>
          <a:off x="0" y="0"/>
          <a:ext cx="0" cy="0"/>
          <a:chOff x="0" y="0"/>
          <a:chExt cx="0" cy="0"/>
        </a:xfrm>
      </p:grpSpPr>
      <p:sp>
        <p:nvSpPr>
          <p:cNvPr id="545" name="Google Shape;545;p7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46" name="Google Shape;546;p79"/>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r" rtl="0">
              <a:spcBef>
                <a:spcPts val="1600"/>
              </a:spcBef>
              <a:spcAft>
                <a:spcPts val="0"/>
              </a:spcAft>
              <a:buNone/>
            </a:pP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b="1"/>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mc:AlternateContent xmlns:mc="http://schemas.openxmlformats.org/markup-compatibility/2006" xmlns:a14="http://schemas.microsoft.com/office/drawing/2010/main">
        <mc:Choice Requires="a14">
          <p:graphicFrame>
            <p:nvGraphicFramePr>
              <p:cNvPr id="547" name="Google Shape;547;p79"/>
              <p:cNvGraphicFramePr/>
              <p:nvPr>
                <p:extLst>
                  <p:ext uri="{D42A27DB-BD31-4B8C-83A1-F6EECF244321}">
                    <p14:modId xmlns:p14="http://schemas.microsoft.com/office/powerpoint/2010/main" val="2912109641"/>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14:m>
                            <m:oMathPara xmlns:m="http://schemas.openxmlformats.org/officeDocument/2006/math">
                              <m:oMathParaPr>
                                <m:jc m:val="right"/>
                              </m:oMathParaPr>
                              <m:oMath xmlns:m="http://schemas.openxmlformats.org/officeDocument/2006/math">
                                <m:r>
                                  <a:rPr lang="en-US" b="0" i="1" dirty="0" smtClean="0">
                                    <a:solidFill>
                                      <a:schemeClr val="lt1"/>
                                    </a:solidFill>
                                    <a:latin typeface="Cambria Math" panose="02040503050406030204" pitchFamily="18" charset="0"/>
                                  </a:rPr>
                                  <m:t>𝑥</m:t>
                                </m:r>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Choice>
        <mc:Fallback xmlns="">
          <p:graphicFrame>
            <p:nvGraphicFramePr>
              <p:cNvPr id="547" name="Google Shape;547;p79"/>
              <p:cNvGraphicFramePr/>
              <p:nvPr>
                <p:extLst>
                  <p:ext uri="{D42A27DB-BD31-4B8C-83A1-F6EECF244321}">
                    <p14:modId xmlns:p14="http://schemas.microsoft.com/office/powerpoint/2010/main" val="2912109641"/>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96210">
                    <a:tc>
                      <a:txBody>
                        <a:bodyPr/>
                        <a:lstStyle/>
                        <a:p>
                          <a:endParaRPr lang="en-US"/>
                        </a:p>
                      </a:txBody>
                      <a:tcPr marL="91425" marR="91425" marT="91425" marB="91425">
                        <a:blipFill>
                          <a:blip r:embed="rId3"/>
                          <a:stretch>
                            <a:fillRect l="-1220" t="-1538" r="-529268" b="-604615"/>
                          </a:stretch>
                        </a:blipFill>
                      </a:tcPr>
                    </a:tc>
                    <a:tc>
                      <a:txBody>
                        <a:bodyPr/>
                        <a:lstStyle/>
                        <a:p>
                          <a:pPr marL="0" lvl="0" indent="0" algn="ctr" rtl="0">
                            <a:spcBef>
                              <a:spcPts val="0"/>
                            </a:spcBef>
                            <a:spcAft>
                              <a:spcPts val="0"/>
                            </a:spcAft>
                            <a:buNone/>
                          </a:pPr>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9621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9621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9621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9621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Fallback>
      </mc:AlternateContent>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80"/>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53" name="Google Shape;553;p80"/>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r" rtl="0">
              <a:spcBef>
                <a:spcPts val="1600"/>
              </a:spcBef>
              <a:spcAft>
                <a:spcPts val="0"/>
              </a:spcAft>
              <a:buNone/>
            </a:pP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b="1"/>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mc:AlternateContent xmlns:mc="http://schemas.openxmlformats.org/markup-compatibility/2006" xmlns:a14="http://schemas.microsoft.com/office/drawing/2010/main">
        <mc:Choice Requires="a14">
          <p:graphicFrame>
            <p:nvGraphicFramePr>
              <p:cNvPr id="554" name="Google Shape;554;p80"/>
              <p:cNvGraphicFramePr/>
              <p:nvPr>
                <p:extLst>
                  <p:ext uri="{D42A27DB-BD31-4B8C-83A1-F6EECF244321}">
                    <p14:modId xmlns:p14="http://schemas.microsoft.com/office/powerpoint/2010/main" val="866419982"/>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14:m>
                            <m:oMathPara xmlns:m="http://schemas.openxmlformats.org/officeDocument/2006/math">
                              <m:oMathParaPr>
                                <m:jc m:val="right"/>
                              </m:oMathParaPr>
                              <m:oMath xmlns:m="http://schemas.openxmlformats.org/officeDocument/2006/math">
                                <m:r>
                                  <a:rPr lang="en-US" b="0" i="1" dirty="0" smtClean="0">
                                    <a:solidFill>
                                      <a:schemeClr val="lt1"/>
                                    </a:solidFill>
                                    <a:latin typeface="Cambria Math" panose="02040503050406030204" pitchFamily="18" charset="0"/>
                                  </a:rPr>
                                  <m:t>𝑥</m:t>
                                </m:r>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ar-AE" b="0" i="1" dirty="0" smtClean="0">
                                    <a:solidFill>
                                      <a:schemeClr val="lt1"/>
                                    </a:solidFill>
                                    <a:latin typeface="Cambria Math" panose="02040503050406030204" pitchFamily="18" charset="0"/>
                                  </a:rPr>
                                  <m:t>𝑥</m:t>
                                </m:r>
                                <m:r>
                                  <a:rPr lang="ar-AE" b="0" i="1" dirty="0" smtClean="0">
                                    <a:solidFill>
                                      <a:schemeClr val="lt1"/>
                                    </a:solidFill>
                                    <a:latin typeface="Cambria Math" panose="02040503050406030204" pitchFamily="18" charset="0"/>
                                  </a:rPr>
                                  <m:t>−</m:t>
                                </m:r>
                                <m:acc>
                                  <m:accPr>
                                    <m:chr m:val="̅"/>
                                    <m:ctrlPr>
                                      <a:rPr lang="ar-AE" i="1" dirty="0" smtClean="0">
                                        <a:solidFill>
                                          <a:schemeClr val="lt1"/>
                                        </a:solidFill>
                                        <a:latin typeface="Cambria Math" panose="02040503050406030204" pitchFamily="18" charset="0"/>
                                      </a:rPr>
                                    </m:ctrlPr>
                                  </m:accPr>
                                  <m:e>
                                    <m:r>
                                      <a:rPr lang="ar-AE" b="0" i="1" dirty="0" smtClean="0">
                                        <a:solidFill>
                                          <a:schemeClr val="lt1"/>
                                        </a:solidFill>
                                        <a:latin typeface="Cambria Math" panose="02040503050406030204" pitchFamily="18" charset="0"/>
                                      </a:rPr>
                                      <m:t>𝑥</m:t>
                                    </m:r>
                                  </m:e>
                                </m:acc>
                              </m:oMath>
                            </m:oMathPara>
                          </a14:m>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Choice>
        <mc:Fallback xmlns="">
          <p:graphicFrame>
            <p:nvGraphicFramePr>
              <p:cNvPr id="554" name="Google Shape;554;p80"/>
              <p:cNvGraphicFramePr/>
              <p:nvPr>
                <p:extLst>
                  <p:ext uri="{D42A27DB-BD31-4B8C-83A1-F6EECF244321}">
                    <p14:modId xmlns:p14="http://schemas.microsoft.com/office/powerpoint/2010/main" val="866419982"/>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96210">
                    <a:tc>
                      <a:txBody>
                        <a:bodyPr/>
                        <a:lstStyle/>
                        <a:p>
                          <a:endParaRPr lang="en-US"/>
                        </a:p>
                      </a:txBody>
                      <a:tcPr marL="91425" marR="91425" marT="91425" marB="91425">
                        <a:blipFill>
                          <a:blip r:embed="rId3"/>
                          <a:stretch>
                            <a:fillRect l="-1220" t="-1538" r="-529268" b="-604615"/>
                          </a:stretch>
                        </a:blipFill>
                      </a:tcPr>
                    </a:tc>
                    <a:tc>
                      <a:txBody>
                        <a:bodyPr/>
                        <a:lstStyle/>
                        <a:p>
                          <a:endParaRPr lang="en-US"/>
                        </a:p>
                      </a:txBody>
                      <a:tcPr marL="91425" marR="91425" marT="91425" marB="91425">
                        <a:blipFill>
                          <a:blip r:embed="rId3"/>
                          <a:stretch>
                            <a:fillRect l="-40291" t="-1538" r="-110680" b="-604615"/>
                          </a:stretch>
                        </a:blipFill>
                      </a:tcPr>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9621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9621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9621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9621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555" name="Google Shape;555;p80"/>
              <p:cNvSpPr txBox="1"/>
              <p:nvPr/>
            </p:nvSpPr>
            <p:spPr>
              <a:xfrm>
                <a:off x="168975" y="2774288"/>
                <a:ext cx="948000" cy="360000"/>
              </a:xfrm>
              <a:prstGeom prst="rect">
                <a:avLst/>
              </a:prstGeom>
              <a:noFill/>
              <a:ln>
                <a:noFill/>
              </a:ln>
            </p:spPr>
            <p:txBody>
              <a:bodyPr spcFirstLastPara="1" wrap="square" lIns="91425" tIns="91425" rIns="91425" bIns="91425" anchor="t" anchorCtr="0">
                <a:noAutofit/>
              </a:bodyPr>
              <a:lstStyle/>
              <a:p>
                <a:pPr lvl="0" algn="ctr"/>
                <a14:m>
                  <m:oMathPara xmlns:m="http://schemas.openxmlformats.org/officeDocument/2006/math">
                    <m:oMathParaPr>
                      <m:jc m:val="centerGroup"/>
                    </m:oMathParaPr>
                    <m:oMath xmlns:m="http://schemas.openxmlformats.org/officeDocument/2006/math">
                      <m:acc>
                        <m:accPr>
                          <m:chr m:val="̅"/>
                          <m:ctrlPr>
                            <a:rPr lang="ar-AE" i="1" dirty="0">
                              <a:solidFill>
                                <a:schemeClr val="lt1"/>
                              </a:solidFill>
                              <a:latin typeface="Cambria Math" panose="02040503050406030204" pitchFamily="18" charset="0"/>
                            </a:rPr>
                          </m:ctrlPr>
                        </m:accPr>
                        <m:e>
                          <m:r>
                            <a:rPr lang="ar-AE" i="1" dirty="0">
                              <a:solidFill>
                                <a:schemeClr val="lt1"/>
                              </a:solidFill>
                              <a:latin typeface="Cambria Math" panose="02040503050406030204" pitchFamily="18" charset="0"/>
                            </a:rPr>
                            <m:t>𝑥</m:t>
                          </m:r>
                        </m:e>
                      </m:acc>
                      <m:r>
                        <a:rPr lang="ar-AE" i="1" dirty="0">
                          <a:solidFill>
                            <a:schemeClr val="lt1"/>
                          </a:solidFill>
                          <a:latin typeface="Cambria Math" panose="02040503050406030204" pitchFamily="18" charset="0"/>
                        </a:rPr>
                        <m:t>=</m:t>
                      </m:r>
                      <m:r>
                        <a:rPr lang="ar-AE" i="1" dirty="0">
                          <a:solidFill>
                            <a:schemeClr val="lt1"/>
                          </a:solidFill>
                          <a:latin typeface="Cambria Math" panose="02040503050406030204" pitchFamily="18" charset="0"/>
                        </a:rPr>
                        <m:t>2</m:t>
                      </m:r>
                    </m:oMath>
                  </m:oMathPara>
                </a14:m>
                <a:endParaRPr lang="ar-AE" dirty="0">
                  <a:latin typeface="Lato"/>
                  <a:ea typeface="Lato"/>
                  <a:cs typeface="Lato"/>
                  <a:sym typeface="Lato"/>
                </a:endParaRPr>
              </a:p>
            </p:txBody>
          </p:sp>
        </mc:Choice>
        <mc:Fallback xmlns="">
          <p:sp>
            <p:nvSpPr>
              <p:cNvPr id="555" name="Google Shape;555;p80"/>
              <p:cNvSpPr txBox="1">
                <a:spLocks noRot="1" noChangeAspect="1" noMove="1" noResize="1" noEditPoints="1" noAdjustHandles="1" noChangeArrowheads="1" noChangeShapeType="1" noTextEdit="1"/>
              </p:cNvSpPr>
              <p:nvPr/>
            </p:nvSpPr>
            <p:spPr>
              <a:xfrm>
                <a:off x="168975" y="2774288"/>
                <a:ext cx="948000" cy="360000"/>
              </a:xfrm>
              <a:prstGeom prst="rect">
                <a:avLst/>
              </a:prstGeom>
              <a:blipFill>
                <a:blip r:embed="rId4"/>
                <a:stretch>
                  <a:fillRect/>
                </a:stretch>
              </a:blipFill>
              <a:ln>
                <a:noFill/>
              </a:ln>
            </p:spPr>
            <p:txBody>
              <a:bodyPr/>
              <a:lstStyle/>
              <a:p>
                <a:r>
                  <a:rPr lang="en-US">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5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81"/>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61" name="Google Shape;561;p81"/>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r" rtl="0">
              <a:spcBef>
                <a:spcPts val="1600"/>
              </a:spcBef>
              <a:spcAft>
                <a:spcPts val="0"/>
              </a:spcAft>
              <a:buNone/>
            </a:pP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b="1"/>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mc:AlternateContent xmlns:mc="http://schemas.openxmlformats.org/markup-compatibility/2006" xmlns:a14="http://schemas.microsoft.com/office/drawing/2010/main">
        <mc:Choice Requires="a14">
          <p:graphicFrame>
            <p:nvGraphicFramePr>
              <p:cNvPr id="562" name="Google Shape;562;p81"/>
              <p:cNvGraphicFramePr/>
              <p:nvPr>
                <p:extLst>
                  <p:ext uri="{D42A27DB-BD31-4B8C-83A1-F6EECF244321}">
                    <p14:modId xmlns:p14="http://schemas.microsoft.com/office/powerpoint/2010/main" val="3186992588"/>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14:m>
                            <m:oMathPara xmlns:m="http://schemas.openxmlformats.org/officeDocument/2006/math">
                              <m:oMathParaPr>
                                <m:jc m:val="right"/>
                              </m:oMathParaPr>
                              <m:oMath xmlns:m="http://schemas.openxmlformats.org/officeDocument/2006/math">
                                <m:r>
                                  <a:rPr lang="en-US" b="0" i="1" dirty="0" smtClean="0">
                                    <a:solidFill>
                                      <a:schemeClr val="lt1"/>
                                    </a:solidFill>
                                    <a:latin typeface="Cambria Math" panose="02040503050406030204" pitchFamily="18" charset="0"/>
                                  </a:rPr>
                                  <m:t>𝑥</m:t>
                                </m:r>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en-US" b="0" i="1" dirty="0" smtClean="0">
                                    <a:solidFill>
                                      <a:schemeClr val="lt1"/>
                                    </a:solidFill>
                                    <a:latin typeface="Cambria Math" panose="02040503050406030204" pitchFamily="18" charset="0"/>
                                  </a:rPr>
                                  <m:t>𝑥</m:t>
                                </m:r>
                                <m:r>
                                  <a:rPr lang="en-US" b="0" i="1" dirty="0" smtClean="0">
                                    <a:solidFill>
                                      <a:schemeClr val="lt1"/>
                                    </a:solidFill>
                                    <a:latin typeface="Cambria Math" panose="02040503050406030204" pitchFamily="18" charset="0"/>
                                  </a:rPr>
                                  <m:t>−</m:t>
                                </m:r>
                                <m:acc>
                                  <m:accPr>
                                    <m:chr m:val="̅"/>
                                    <m:ctrlPr>
                                      <a:rPr lang="en" i="1" dirty="0" smtClean="0">
                                        <a:solidFill>
                                          <a:schemeClr val="lt1"/>
                                        </a:solidFill>
                                        <a:latin typeface="Cambria Math" panose="02040503050406030204" pitchFamily="18" charset="0"/>
                                      </a:rPr>
                                    </m:ctrlPr>
                                  </m:accPr>
                                  <m:e>
                                    <m:r>
                                      <a:rPr lang="en-US" b="0" i="1" dirty="0" smtClean="0">
                                        <a:solidFill>
                                          <a:schemeClr val="lt1"/>
                                        </a:solidFill>
                                        <a:latin typeface="Cambria Math" panose="02040503050406030204" pitchFamily="18" charset="0"/>
                                      </a:rPr>
                                      <m:t>𝑥</m:t>
                                    </m:r>
                                  </m:e>
                                </m:acc>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Choice>
        <mc:Fallback xmlns="">
          <p:graphicFrame>
            <p:nvGraphicFramePr>
              <p:cNvPr id="562" name="Google Shape;562;p81"/>
              <p:cNvGraphicFramePr/>
              <p:nvPr>
                <p:extLst>
                  <p:ext uri="{D42A27DB-BD31-4B8C-83A1-F6EECF244321}">
                    <p14:modId xmlns:p14="http://schemas.microsoft.com/office/powerpoint/2010/main" val="3186992588"/>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96210">
                    <a:tc>
                      <a:txBody>
                        <a:bodyPr/>
                        <a:lstStyle/>
                        <a:p>
                          <a:endParaRPr lang="en-US"/>
                        </a:p>
                      </a:txBody>
                      <a:tcPr marL="91425" marR="91425" marT="91425" marB="91425">
                        <a:blipFill>
                          <a:blip r:embed="rId3"/>
                          <a:stretch>
                            <a:fillRect l="-1220" t="-1538" r="-529268" b="-604615"/>
                          </a:stretch>
                        </a:blipFill>
                      </a:tcPr>
                    </a:tc>
                    <a:tc>
                      <a:txBody>
                        <a:bodyPr/>
                        <a:lstStyle/>
                        <a:p>
                          <a:endParaRPr lang="en-US"/>
                        </a:p>
                      </a:txBody>
                      <a:tcPr marL="91425" marR="91425" marT="91425" marB="91425">
                        <a:blipFill>
                          <a:blip r:embed="rId3"/>
                          <a:stretch>
                            <a:fillRect l="-40291" t="-1538" r="-110680" b="-604615"/>
                          </a:stretch>
                        </a:blipFill>
                      </a:tcPr>
                    </a:tc>
                    <a:tc>
                      <a:txBody>
                        <a:bodyPr/>
                        <a:lstStyle/>
                        <a:p>
                          <a:pPr marL="0" lvl="0" indent="0" algn="ctr" rtl="0">
                            <a:spcBef>
                              <a:spcPts val="0"/>
                            </a:spcBef>
                            <a:spcAft>
                              <a:spcPts val="0"/>
                            </a:spcAft>
                            <a:buNone/>
                          </a:pPr>
                          <a:endParaRPr baseline="30000">
                            <a:solidFill>
                              <a:schemeClr val="lt1"/>
                            </a:solidFill>
                          </a:endParaRPr>
                        </a:p>
                      </a:txBody>
                      <a:tcPr marL="91425" marR="91425" marT="91425" marB="91425"/>
                    </a:tc>
                    <a:extLst>
                      <a:ext uri="{0D108BD9-81ED-4DB2-BD59-A6C34878D82A}">
                        <a16:rowId xmlns:a16="http://schemas.microsoft.com/office/drawing/2014/main" val="10000"/>
                      </a:ext>
                    </a:extLst>
                  </a:tr>
                  <a:tr h="39621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9621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9621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9621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563" name="Google Shape;563;p81"/>
              <p:cNvSpPr txBox="1"/>
              <p:nvPr/>
            </p:nvSpPr>
            <p:spPr>
              <a:xfrm>
                <a:off x="168975" y="2774288"/>
                <a:ext cx="948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en" i="1" dirty="0" smtClean="0">
                              <a:solidFill>
                                <a:schemeClr val="lt1"/>
                              </a:solidFill>
                              <a:latin typeface="Cambria Math" panose="02040503050406030204" pitchFamily="18" charset="0"/>
                            </a:rPr>
                          </m:ctrlPr>
                        </m:accPr>
                        <m:e>
                          <m:r>
                            <a:rPr lang="en-US" b="0" i="1" dirty="0" smtClean="0">
                              <a:solidFill>
                                <a:schemeClr val="lt1"/>
                              </a:solidFill>
                              <a:latin typeface="Cambria Math" panose="02040503050406030204" pitchFamily="18" charset="0"/>
                            </a:rPr>
                            <m:t>𝑥</m:t>
                          </m:r>
                        </m:e>
                      </m:acc>
                      <m:r>
                        <a:rPr lang="en-US" b="0" i="1" dirty="0" smtClean="0">
                          <a:solidFill>
                            <a:schemeClr val="lt1"/>
                          </a:solidFill>
                          <a:latin typeface="Cambria Math" panose="02040503050406030204" pitchFamily="18" charset="0"/>
                        </a:rPr>
                        <m:t>=2</m:t>
                      </m:r>
                    </m:oMath>
                  </m:oMathPara>
                </a14:m>
                <a:endParaRPr dirty="0">
                  <a:latin typeface="Lato"/>
                  <a:ea typeface="Lato"/>
                  <a:cs typeface="Lato"/>
                  <a:sym typeface="Lato"/>
                </a:endParaRPr>
              </a:p>
            </p:txBody>
          </p:sp>
        </mc:Choice>
        <mc:Fallback xmlns="">
          <p:sp>
            <p:nvSpPr>
              <p:cNvPr id="563" name="Google Shape;563;p81"/>
              <p:cNvSpPr txBox="1">
                <a:spLocks noRot="1" noChangeAspect="1" noMove="1" noResize="1" noEditPoints="1" noAdjustHandles="1" noChangeArrowheads="1" noChangeShapeType="1" noTextEdit="1"/>
              </p:cNvSpPr>
              <p:nvPr/>
            </p:nvSpPr>
            <p:spPr>
              <a:xfrm>
                <a:off x="168975" y="2774288"/>
                <a:ext cx="948000" cy="360000"/>
              </a:xfrm>
              <a:prstGeom prst="rect">
                <a:avLst/>
              </a:prstGeom>
              <a:blipFill>
                <a:blip r:embed="rId4"/>
                <a:stretch>
                  <a:fillRect/>
                </a:stretch>
              </a:blipFill>
              <a:ln>
                <a:noFill/>
              </a:ln>
            </p:spPr>
            <p:txBody>
              <a:bodyPr/>
              <a:lstStyle/>
              <a:p>
                <a:r>
                  <a:rPr lang="en-US">
                    <a:noFill/>
                  </a:rPr>
                  <a:t> </a:t>
                </a:r>
              </a:p>
            </p:txBody>
          </p:sp>
        </mc:Fallback>
      </mc:AlternateContent>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567"/>
        <p:cNvGrpSpPr/>
        <p:nvPr/>
      </p:nvGrpSpPr>
      <p:grpSpPr>
        <a:xfrm>
          <a:off x="0" y="0"/>
          <a:ext cx="0" cy="0"/>
          <a:chOff x="0" y="0"/>
          <a:chExt cx="0" cy="0"/>
        </a:xfrm>
      </p:grpSpPr>
      <p:sp>
        <p:nvSpPr>
          <p:cNvPr id="568" name="Google Shape;568;p82"/>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69" name="Google Shape;569;p82"/>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r" rtl="0">
              <a:spcBef>
                <a:spcPts val="1600"/>
              </a:spcBef>
              <a:spcAft>
                <a:spcPts val="0"/>
              </a:spcAft>
              <a:buNone/>
            </a:pP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b="1"/>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mc:AlternateContent xmlns:mc="http://schemas.openxmlformats.org/markup-compatibility/2006" xmlns:a14="http://schemas.microsoft.com/office/drawing/2010/main">
        <mc:Choice Requires="a14">
          <p:graphicFrame>
            <p:nvGraphicFramePr>
              <p:cNvPr id="570" name="Google Shape;570;p82"/>
              <p:cNvGraphicFramePr/>
              <p:nvPr>
                <p:extLst>
                  <p:ext uri="{D42A27DB-BD31-4B8C-83A1-F6EECF244321}">
                    <p14:modId xmlns:p14="http://schemas.microsoft.com/office/powerpoint/2010/main" val="1394302785"/>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14:m>
                            <m:oMathPara xmlns:m="http://schemas.openxmlformats.org/officeDocument/2006/math">
                              <m:oMathParaPr>
                                <m:jc m:val="right"/>
                              </m:oMathParaPr>
                              <m:oMath xmlns:m="http://schemas.openxmlformats.org/officeDocument/2006/math">
                                <m:r>
                                  <a:rPr lang="en-US" b="0" i="1" dirty="0" smtClean="0">
                                    <a:solidFill>
                                      <a:schemeClr val="lt1"/>
                                    </a:solidFill>
                                    <a:latin typeface="Cambria Math" panose="02040503050406030204" pitchFamily="18" charset="0"/>
                                  </a:rPr>
                                  <m:t>𝑥</m:t>
                                </m:r>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ar-AE" b="0" i="1" dirty="0" smtClean="0">
                                    <a:solidFill>
                                      <a:schemeClr val="lt1"/>
                                    </a:solidFill>
                                    <a:latin typeface="Cambria Math" panose="02040503050406030204" pitchFamily="18" charset="0"/>
                                  </a:rPr>
                                  <m:t>𝑥</m:t>
                                </m:r>
                                <m:r>
                                  <a:rPr lang="ar-AE" b="0" i="1" dirty="0" smtClean="0">
                                    <a:solidFill>
                                      <a:schemeClr val="lt1"/>
                                    </a:solidFill>
                                    <a:latin typeface="Cambria Math" panose="02040503050406030204" pitchFamily="18" charset="0"/>
                                  </a:rPr>
                                  <m:t>−</m:t>
                                </m:r>
                                <m:acc>
                                  <m:accPr>
                                    <m:chr m:val="̅"/>
                                    <m:ctrlPr>
                                      <a:rPr lang="ar-AE" i="1" dirty="0" smtClean="0">
                                        <a:solidFill>
                                          <a:schemeClr val="lt1"/>
                                        </a:solidFill>
                                        <a:latin typeface="Cambria Math" panose="02040503050406030204" pitchFamily="18" charset="0"/>
                                      </a:rPr>
                                    </m:ctrlPr>
                                  </m:accPr>
                                  <m:e>
                                    <m:r>
                                      <a:rPr lang="ar-AE" b="0" i="1" dirty="0" smtClean="0">
                                        <a:solidFill>
                                          <a:schemeClr val="lt1"/>
                                        </a:solidFill>
                                        <a:latin typeface="Cambria Math" panose="02040503050406030204" pitchFamily="18" charset="0"/>
                                      </a:rPr>
                                      <m:t>𝑥</m:t>
                                    </m:r>
                                  </m:e>
                                </m:acc>
                              </m:oMath>
                            </m:oMathPara>
                          </a14:m>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en-US" b="0" i="1" dirty="0" smtClean="0">
                                        <a:solidFill>
                                          <a:schemeClr val="lt1"/>
                                        </a:solidFill>
                                        <a:latin typeface="Cambria Math" panose="02040503050406030204" pitchFamily="18" charset="0"/>
                                      </a:rPr>
                                    </m:ctrlPr>
                                  </m:sSupPr>
                                  <m:e>
                                    <m:d>
                                      <m:dPr>
                                        <m:ctrlPr>
                                          <a:rPr lang="en-US" b="0" i="1" dirty="0" smtClean="0">
                                            <a:solidFill>
                                              <a:schemeClr val="lt1"/>
                                            </a:solidFill>
                                            <a:latin typeface="Cambria Math" panose="02040503050406030204" pitchFamily="18" charset="0"/>
                                          </a:rPr>
                                        </m:ctrlPr>
                                      </m:dPr>
                                      <m:e>
                                        <m:r>
                                          <a:rPr lang="ar-AE" b="0" i="1" dirty="0" smtClean="0">
                                            <a:solidFill>
                                              <a:schemeClr val="lt1"/>
                                            </a:solidFill>
                                            <a:latin typeface="Cambria Math" panose="02040503050406030204" pitchFamily="18" charset="0"/>
                                          </a:rPr>
                                          <m:t>𝑥</m:t>
                                        </m:r>
                                        <m:r>
                                          <a:rPr lang="ar-AE" b="0" i="1" dirty="0" smtClean="0">
                                            <a:solidFill>
                                              <a:schemeClr val="lt1"/>
                                            </a:solidFill>
                                            <a:latin typeface="Cambria Math" panose="02040503050406030204" pitchFamily="18" charset="0"/>
                                          </a:rPr>
                                          <m:t>−</m:t>
                                        </m:r>
                                        <m:acc>
                                          <m:accPr>
                                            <m:chr m:val="̅"/>
                                            <m:ctrlPr>
                                              <a:rPr lang="ar-AE" i="1" dirty="0" smtClean="0">
                                                <a:solidFill>
                                                  <a:schemeClr val="lt1"/>
                                                </a:solidFill>
                                                <a:latin typeface="Cambria Math" panose="02040503050406030204" pitchFamily="18" charset="0"/>
                                              </a:rPr>
                                            </m:ctrlPr>
                                          </m:accPr>
                                          <m:e>
                                            <m:r>
                                              <a:rPr lang="ar-AE" b="0" i="1" dirty="0" smtClean="0">
                                                <a:solidFill>
                                                  <a:schemeClr val="lt1"/>
                                                </a:solidFill>
                                                <a:latin typeface="Cambria Math" panose="02040503050406030204" pitchFamily="18" charset="0"/>
                                              </a:rPr>
                                              <m:t>𝑥</m:t>
                                            </m:r>
                                          </m:e>
                                        </m:acc>
                                      </m:e>
                                    </m:d>
                                  </m:e>
                                  <m:sup>
                                    <m:r>
                                      <a:rPr lang="en-US" b="0" i="1" dirty="0" smtClean="0">
                                        <a:solidFill>
                                          <a:schemeClr val="lt1"/>
                                        </a:solidFill>
                                        <a:latin typeface="Cambria Math" panose="02040503050406030204" pitchFamily="18" charset="0"/>
                                      </a:rPr>
                                      <m:t>2</m:t>
                                    </m:r>
                                  </m:sup>
                                </m:sSup>
                              </m:oMath>
                            </m:oMathPara>
                          </a14:m>
                          <a:endParaRPr lang="ar-AE" dirty="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Choice>
        <mc:Fallback xmlns="">
          <p:graphicFrame>
            <p:nvGraphicFramePr>
              <p:cNvPr id="570" name="Google Shape;570;p82"/>
              <p:cNvGraphicFramePr/>
              <p:nvPr>
                <p:extLst>
                  <p:ext uri="{D42A27DB-BD31-4B8C-83A1-F6EECF244321}">
                    <p14:modId xmlns:p14="http://schemas.microsoft.com/office/powerpoint/2010/main" val="1394302785"/>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96210">
                    <a:tc>
                      <a:txBody>
                        <a:bodyPr/>
                        <a:lstStyle/>
                        <a:p>
                          <a:endParaRPr lang="en-US"/>
                        </a:p>
                      </a:txBody>
                      <a:tcPr marL="91425" marR="91425" marT="91425" marB="91425">
                        <a:blipFill>
                          <a:blip r:embed="rId3"/>
                          <a:stretch>
                            <a:fillRect l="-1220" t="-1538" r="-529268" b="-604615"/>
                          </a:stretch>
                        </a:blipFill>
                      </a:tcPr>
                    </a:tc>
                    <a:tc>
                      <a:txBody>
                        <a:bodyPr/>
                        <a:lstStyle/>
                        <a:p>
                          <a:endParaRPr lang="en-US"/>
                        </a:p>
                      </a:txBody>
                      <a:tcPr marL="91425" marR="91425" marT="91425" marB="91425">
                        <a:blipFill>
                          <a:blip r:embed="rId3"/>
                          <a:stretch>
                            <a:fillRect l="-40291" t="-1538" r="-110680" b="-604615"/>
                          </a:stretch>
                        </a:blipFill>
                      </a:tcPr>
                    </a:tc>
                    <a:tc>
                      <a:txBody>
                        <a:bodyPr/>
                        <a:lstStyle/>
                        <a:p>
                          <a:endParaRPr lang="en-US"/>
                        </a:p>
                      </a:txBody>
                      <a:tcPr marL="91425" marR="91425" marT="91425" marB="91425">
                        <a:blipFill>
                          <a:blip r:embed="rId3"/>
                          <a:stretch>
                            <a:fillRect l="-127876" t="-1538" r="-885" b="-604615"/>
                          </a:stretch>
                        </a:blipFill>
                      </a:tcPr>
                    </a:tc>
                    <a:extLst>
                      <a:ext uri="{0D108BD9-81ED-4DB2-BD59-A6C34878D82A}">
                        <a16:rowId xmlns:a16="http://schemas.microsoft.com/office/drawing/2014/main" val="10000"/>
                      </a:ext>
                    </a:extLst>
                  </a:tr>
                  <a:tr h="39621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1"/>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2"/>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3"/>
                      </a:ext>
                    </a:extLst>
                  </a:tr>
                  <a:tr h="39621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4"/>
                      </a:ext>
                    </a:extLst>
                  </a:tr>
                  <a:tr h="39621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a:p>
                      </a:txBody>
                      <a:tcPr marL="91425" marR="91425" marT="91425" marB="91425"/>
                    </a:tc>
                    <a:extLst>
                      <a:ext uri="{0D108BD9-81ED-4DB2-BD59-A6C34878D82A}">
                        <a16:rowId xmlns:a16="http://schemas.microsoft.com/office/drawing/2014/main" val="10005"/>
                      </a:ext>
                    </a:extLst>
                  </a:tr>
                  <a:tr h="39621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l" rtl="0">
                            <a:spcBef>
                              <a:spcPts val="0"/>
                            </a:spcBef>
                            <a:spcAft>
                              <a:spcPts val="0"/>
                            </a:spcAft>
                            <a:buNone/>
                          </a:pPr>
                          <a:endParaRPr dirty="0"/>
                        </a:p>
                      </a:txBody>
                      <a:tcPr marL="91425" marR="91425" marT="91425" marB="91425"/>
                    </a:tc>
                    <a:extLst>
                      <a:ext uri="{0D108BD9-81ED-4DB2-BD59-A6C34878D82A}">
                        <a16:rowId xmlns:a16="http://schemas.microsoft.com/office/drawing/2014/main" val="10006"/>
                      </a:ext>
                    </a:extLst>
                  </a:tr>
                </a:tbl>
              </a:graphicData>
            </a:graphic>
          </p:graphicFrame>
        </mc:Fallback>
      </mc:AlternateContent>
      <mc:AlternateContent xmlns:mc="http://schemas.openxmlformats.org/markup-compatibility/2006" xmlns:a14="http://schemas.microsoft.com/office/drawing/2010/main">
        <mc:Choice Requires="a14">
          <p:sp>
            <p:nvSpPr>
              <p:cNvPr id="571" name="Google Shape;571;p82"/>
              <p:cNvSpPr txBox="1"/>
              <p:nvPr/>
            </p:nvSpPr>
            <p:spPr>
              <a:xfrm>
                <a:off x="168975" y="2774288"/>
                <a:ext cx="948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acc>
                        <m:accPr>
                          <m:chr m:val="̅"/>
                          <m:ctrlPr>
                            <a:rPr lang="en" i="1" dirty="0" smtClean="0">
                              <a:solidFill>
                                <a:schemeClr val="lt1"/>
                              </a:solidFill>
                              <a:latin typeface="Cambria Math" panose="02040503050406030204" pitchFamily="18" charset="0"/>
                            </a:rPr>
                          </m:ctrlPr>
                        </m:accPr>
                        <m:e>
                          <m:r>
                            <a:rPr lang="en-US" b="0" i="1" dirty="0" smtClean="0">
                              <a:solidFill>
                                <a:schemeClr val="lt1"/>
                              </a:solidFill>
                              <a:latin typeface="Cambria Math" panose="02040503050406030204" pitchFamily="18" charset="0"/>
                            </a:rPr>
                            <m:t>𝑥</m:t>
                          </m:r>
                        </m:e>
                      </m:acc>
                      <m:r>
                        <a:rPr lang="en-US" b="0" i="1" dirty="0" smtClean="0">
                          <a:solidFill>
                            <a:schemeClr val="lt1"/>
                          </a:solidFill>
                          <a:latin typeface="Cambria Math" panose="02040503050406030204" pitchFamily="18" charset="0"/>
                        </a:rPr>
                        <m:t>=</m:t>
                      </m:r>
                      <m:r>
                        <a:rPr lang="en-US" b="0" i="1" dirty="0" smtClean="0">
                          <a:solidFill>
                            <a:schemeClr val="lt1"/>
                          </a:solidFill>
                          <a:latin typeface="Cambria Math" panose="02040503050406030204" pitchFamily="18" charset="0"/>
                        </a:rPr>
                        <m:t>2</m:t>
                      </m:r>
                    </m:oMath>
                  </m:oMathPara>
                </a14:m>
                <a:endParaRPr dirty="0">
                  <a:latin typeface="Lato"/>
                  <a:ea typeface="Lato"/>
                  <a:cs typeface="Lato"/>
                  <a:sym typeface="Lato"/>
                </a:endParaRPr>
              </a:p>
            </p:txBody>
          </p:sp>
        </mc:Choice>
        <mc:Fallback xmlns="">
          <p:sp>
            <p:nvSpPr>
              <p:cNvPr id="571" name="Google Shape;571;p82"/>
              <p:cNvSpPr txBox="1">
                <a:spLocks noRot="1" noChangeAspect="1" noMove="1" noResize="1" noEditPoints="1" noAdjustHandles="1" noChangeArrowheads="1" noChangeShapeType="1" noTextEdit="1"/>
              </p:cNvSpPr>
              <p:nvPr/>
            </p:nvSpPr>
            <p:spPr>
              <a:xfrm>
                <a:off x="168975" y="2774288"/>
                <a:ext cx="948000" cy="360000"/>
              </a:xfrm>
              <a:prstGeom prst="rect">
                <a:avLst/>
              </a:prstGeom>
              <a:blipFill>
                <a:blip r:embed="rId4"/>
                <a:stretch>
                  <a:fillRect/>
                </a:stretch>
              </a:blipFill>
              <a:ln>
                <a:noFill/>
              </a:ln>
            </p:spPr>
            <p:txBody>
              <a:bodyPr/>
              <a:lstStyle/>
              <a:p>
                <a:r>
                  <a:rPr lang="en-US">
                    <a:noFill/>
                  </a:rPr>
                  <a:t> </a:t>
                </a:r>
              </a:p>
            </p:txBody>
          </p:sp>
        </mc:Fallback>
      </mc:AlternateContent>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575"/>
        <p:cNvGrpSpPr/>
        <p:nvPr/>
      </p:nvGrpSpPr>
      <p:grpSpPr>
        <a:xfrm>
          <a:off x="0" y="0"/>
          <a:ext cx="0" cy="0"/>
          <a:chOff x="0" y="0"/>
          <a:chExt cx="0" cy="0"/>
        </a:xfrm>
      </p:grpSpPr>
      <p:sp>
        <p:nvSpPr>
          <p:cNvPr id="576" name="Google Shape;576;p83"/>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Measures of Dispersion - </a:t>
            </a:r>
            <a:r>
              <a:rPr lang="en" sz="3000" b="1" dirty="0">
                <a:solidFill>
                  <a:schemeClr val="lt2"/>
                </a:solidFill>
              </a:rPr>
              <a:t>Standard Deviation</a:t>
            </a:r>
            <a:endParaRPr sz="3000" b="1" dirty="0">
              <a:solidFill>
                <a:schemeClr val="lt2"/>
              </a:solidFill>
            </a:endParaRPr>
          </a:p>
        </p:txBody>
      </p:sp>
      <p:sp>
        <p:nvSpPr>
          <p:cNvPr id="577" name="Google Shape;577;p83"/>
          <p:cNvSpPr txBox="1">
            <a:spLocks noGrp="1"/>
          </p:cNvSpPr>
          <p:nvPr>
            <p:ph type="body" idx="1"/>
          </p:nvPr>
        </p:nvSpPr>
        <p:spPr>
          <a:xfrm>
            <a:off x="1297500"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sz="2400"/>
          </a:p>
          <a:p>
            <a:pPr marL="0" lvl="0" indent="0" algn="r" rtl="0">
              <a:spcBef>
                <a:spcPts val="1600"/>
              </a:spcBef>
              <a:spcAft>
                <a:spcPts val="0"/>
              </a:spcAft>
              <a:buNone/>
            </a:pPr>
            <a:endParaRPr sz="2400"/>
          </a:p>
          <a:p>
            <a:pPr marL="0" lvl="0" indent="0" algn="l" rtl="0">
              <a:spcBef>
                <a:spcPts val="1600"/>
              </a:spcBef>
              <a:spcAft>
                <a:spcPts val="0"/>
              </a:spcAft>
              <a:buNone/>
            </a:pPr>
            <a:endParaRPr sz="2400"/>
          </a:p>
          <a:p>
            <a:pPr marL="0" lvl="0" indent="0" algn="l" rtl="0">
              <a:spcBef>
                <a:spcPts val="1600"/>
              </a:spcBef>
              <a:spcAft>
                <a:spcPts val="0"/>
              </a:spcAft>
              <a:buNone/>
            </a:pPr>
            <a:endParaRPr sz="2400" b="1"/>
          </a:p>
          <a:p>
            <a:pPr marL="0" lvl="0" indent="0" algn="l" rtl="0">
              <a:spcBef>
                <a:spcPts val="1600"/>
              </a:spcBef>
              <a:spcAft>
                <a:spcPts val="0"/>
              </a:spcAft>
              <a:buNone/>
            </a:pPr>
            <a:endParaRPr sz="2400"/>
          </a:p>
          <a:p>
            <a:pPr marL="0" lvl="0" indent="0" algn="ctr" rtl="0">
              <a:spcBef>
                <a:spcPts val="1600"/>
              </a:spcBef>
              <a:spcAft>
                <a:spcPts val="1600"/>
              </a:spcAft>
              <a:buNone/>
            </a:pPr>
            <a:endParaRPr sz="2400"/>
          </a:p>
        </p:txBody>
      </p:sp>
      <mc:AlternateContent xmlns:mc="http://schemas.openxmlformats.org/markup-compatibility/2006" xmlns:a14="http://schemas.microsoft.com/office/drawing/2010/main">
        <mc:Choice Requires="a14">
          <p:graphicFrame>
            <p:nvGraphicFramePr>
              <p:cNvPr id="578" name="Google Shape;578;p83"/>
              <p:cNvGraphicFramePr/>
              <p:nvPr>
                <p:extLst>
                  <p:ext uri="{D42A27DB-BD31-4B8C-83A1-F6EECF244321}">
                    <p14:modId xmlns:p14="http://schemas.microsoft.com/office/powerpoint/2010/main" val="1902032054"/>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81000">
                    <a:tc>
                      <a:txBody>
                        <a:bodyPr/>
                        <a:lstStyle/>
                        <a:p>
                          <a:pPr marL="0" lvl="0" indent="0" algn="r" rtl="0">
                            <a:spcBef>
                              <a:spcPts val="0"/>
                            </a:spcBef>
                            <a:spcAft>
                              <a:spcPts val="0"/>
                            </a:spcAft>
                            <a:buNone/>
                          </a:pPr>
                          <a14:m>
                            <m:oMathPara xmlns:m="http://schemas.openxmlformats.org/officeDocument/2006/math">
                              <m:oMathParaPr>
                                <m:jc m:val="right"/>
                              </m:oMathParaPr>
                              <m:oMath xmlns:m="http://schemas.openxmlformats.org/officeDocument/2006/math">
                                <m:r>
                                  <a:rPr lang="en-US" b="0" i="1" dirty="0" smtClean="0">
                                    <a:solidFill>
                                      <a:schemeClr val="lt1"/>
                                    </a:solidFill>
                                    <a:latin typeface="Cambria Math" panose="02040503050406030204" pitchFamily="18" charset="0"/>
                                  </a:rPr>
                                  <m:t>𝑥</m:t>
                                </m:r>
                              </m:oMath>
                            </m:oMathPara>
                          </a14:m>
                          <a:endParaRPr dirty="0">
                            <a:solidFill>
                              <a:schemeClr val="lt1"/>
                            </a:solidFill>
                          </a:endParaRPr>
                        </a:p>
                      </a:txBody>
                      <a:tcPr marL="91425" marR="91425" marT="91425" marB="91425"/>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r>
                                  <a:rPr lang="ar-AE" b="0" i="1" dirty="0" smtClean="0">
                                    <a:solidFill>
                                      <a:schemeClr val="lt1"/>
                                    </a:solidFill>
                                    <a:latin typeface="Cambria Math" panose="02040503050406030204" pitchFamily="18" charset="0"/>
                                  </a:rPr>
                                  <m:t>𝑥</m:t>
                                </m:r>
                                <m:r>
                                  <a:rPr lang="ar-AE" b="0" i="1" dirty="0" smtClean="0">
                                    <a:solidFill>
                                      <a:schemeClr val="lt1"/>
                                    </a:solidFill>
                                    <a:latin typeface="Cambria Math" panose="02040503050406030204" pitchFamily="18" charset="0"/>
                                  </a:rPr>
                                  <m:t>−</m:t>
                                </m:r>
                                <m:acc>
                                  <m:accPr>
                                    <m:chr m:val="̅"/>
                                    <m:ctrlPr>
                                      <a:rPr lang="ar-AE" i="1" dirty="0" smtClean="0">
                                        <a:solidFill>
                                          <a:schemeClr val="lt1"/>
                                        </a:solidFill>
                                        <a:latin typeface="Cambria Math" panose="02040503050406030204" pitchFamily="18" charset="0"/>
                                      </a:rPr>
                                    </m:ctrlPr>
                                  </m:accPr>
                                  <m:e>
                                    <m:r>
                                      <a:rPr lang="ar-AE" b="0" i="1" dirty="0" smtClean="0">
                                        <a:solidFill>
                                          <a:schemeClr val="lt1"/>
                                        </a:solidFill>
                                        <a:latin typeface="Cambria Math" panose="02040503050406030204" pitchFamily="18" charset="0"/>
                                      </a:rPr>
                                      <m:t>𝑥</m:t>
                                    </m:r>
                                  </m:e>
                                </m:acc>
                              </m:oMath>
                            </m:oMathPara>
                          </a14:m>
                          <a:endParaRPr lang="ar-AE" dirty="0">
                            <a:solidFill>
                              <a:schemeClr val="lt1"/>
                            </a:solidFill>
                          </a:endParaRPr>
                        </a:p>
                      </a:txBody>
                      <a:tcPr marL="91425" marR="91425" marT="91425" marB="91425"/>
                    </a:tc>
                    <a:tc>
                      <a:txBody>
                        <a:bodyPr/>
                        <a:lstStyle/>
                        <a:p>
                          <a:pPr marL="0" lvl="0" indent="0" algn="ctr" rtl="0">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en-US" b="0" i="1" dirty="0" smtClean="0">
                                        <a:solidFill>
                                          <a:schemeClr val="lt1"/>
                                        </a:solidFill>
                                        <a:latin typeface="Cambria Math" panose="02040503050406030204" pitchFamily="18" charset="0"/>
                                      </a:rPr>
                                    </m:ctrlPr>
                                  </m:sSupPr>
                                  <m:e>
                                    <m:d>
                                      <m:dPr>
                                        <m:ctrlPr>
                                          <a:rPr lang="en-US" b="0" i="1" dirty="0" smtClean="0">
                                            <a:solidFill>
                                              <a:schemeClr val="lt1"/>
                                            </a:solidFill>
                                            <a:latin typeface="Cambria Math" panose="02040503050406030204" pitchFamily="18" charset="0"/>
                                          </a:rPr>
                                        </m:ctrlPr>
                                      </m:dPr>
                                      <m:e>
                                        <m:r>
                                          <a:rPr lang="ar-AE" b="0" i="1" dirty="0" smtClean="0">
                                            <a:solidFill>
                                              <a:schemeClr val="lt1"/>
                                            </a:solidFill>
                                            <a:latin typeface="Cambria Math" panose="02040503050406030204" pitchFamily="18" charset="0"/>
                                          </a:rPr>
                                          <m:t>𝑥</m:t>
                                        </m:r>
                                        <m:r>
                                          <a:rPr lang="ar-AE" b="0" i="1" dirty="0" smtClean="0">
                                            <a:solidFill>
                                              <a:schemeClr val="lt1"/>
                                            </a:solidFill>
                                            <a:latin typeface="Cambria Math" panose="02040503050406030204" pitchFamily="18" charset="0"/>
                                          </a:rPr>
                                          <m:t>−</m:t>
                                        </m:r>
                                        <m:acc>
                                          <m:accPr>
                                            <m:chr m:val="̅"/>
                                            <m:ctrlPr>
                                              <a:rPr lang="ar-AE" i="1" dirty="0" smtClean="0">
                                                <a:solidFill>
                                                  <a:schemeClr val="lt1"/>
                                                </a:solidFill>
                                                <a:latin typeface="Cambria Math" panose="02040503050406030204" pitchFamily="18" charset="0"/>
                                              </a:rPr>
                                            </m:ctrlPr>
                                          </m:accPr>
                                          <m:e>
                                            <m:r>
                                              <a:rPr lang="ar-AE" b="0" i="1" dirty="0" smtClean="0">
                                                <a:solidFill>
                                                  <a:schemeClr val="lt1"/>
                                                </a:solidFill>
                                                <a:latin typeface="Cambria Math" panose="02040503050406030204" pitchFamily="18" charset="0"/>
                                              </a:rPr>
                                              <m:t>𝑥</m:t>
                                            </m:r>
                                          </m:e>
                                        </m:acc>
                                      </m:e>
                                    </m:d>
                                  </m:e>
                                  <m:sup>
                                    <m:r>
                                      <a:rPr lang="en-US" b="0" i="1" dirty="0" smtClean="0">
                                        <a:solidFill>
                                          <a:schemeClr val="lt1"/>
                                        </a:solidFill>
                                        <a:latin typeface="Cambria Math" panose="02040503050406030204" pitchFamily="18" charset="0"/>
                                      </a:rPr>
                                      <m:t>2</m:t>
                                    </m:r>
                                  </m:sup>
                                </m:sSup>
                              </m:oMath>
                            </m:oMathPara>
                          </a14:m>
                          <a:endParaRPr lang="ar-AE" dirty="0">
                            <a:solidFill>
                              <a:schemeClr val="lt1"/>
                            </a:solidFill>
                          </a:endParaRPr>
                        </a:p>
                      </a:txBody>
                      <a:tcPr marL="91425" marR="91425" marT="91425" marB="91425"/>
                    </a:tc>
                    <a:extLst>
                      <a:ext uri="{0D108BD9-81ED-4DB2-BD59-A6C34878D82A}">
                        <a16:rowId xmlns:a16="http://schemas.microsoft.com/office/drawing/2014/main" val="10000"/>
                      </a:ext>
                    </a:extLst>
                  </a:tr>
                  <a:tr h="38100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4</a:t>
                          </a:r>
                          <a:endParaRPr>
                            <a:solidFill>
                              <a:schemeClr val="lt1"/>
                            </a:solidFill>
                          </a:endParaRPr>
                        </a:p>
                      </a:txBody>
                      <a:tcPr marL="91425" marR="91425" marT="91425" marB="91425"/>
                    </a:tc>
                    <a:extLst>
                      <a:ext uri="{0D108BD9-81ED-4DB2-BD59-A6C34878D82A}">
                        <a16:rowId xmlns:a16="http://schemas.microsoft.com/office/drawing/2014/main" val="10001"/>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extLst>
                      <a:ext uri="{0D108BD9-81ED-4DB2-BD59-A6C34878D82A}">
                        <a16:rowId xmlns:a16="http://schemas.microsoft.com/office/drawing/2014/main" val="10002"/>
                      </a:ext>
                    </a:extLst>
                  </a:tr>
                  <a:tr h="38100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extLst>
                      <a:ext uri="{0D108BD9-81ED-4DB2-BD59-A6C34878D82A}">
                        <a16:rowId xmlns:a16="http://schemas.microsoft.com/office/drawing/2014/main" val="10003"/>
                      </a:ext>
                    </a:extLst>
                  </a:tr>
                  <a:tr h="38100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extLst>
                      <a:ext uri="{0D108BD9-81ED-4DB2-BD59-A6C34878D82A}">
                        <a16:rowId xmlns:a16="http://schemas.microsoft.com/office/drawing/2014/main" val="10004"/>
                      </a:ext>
                    </a:extLst>
                  </a:tr>
                  <a:tr h="38100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extLst>
                      <a:ext uri="{0D108BD9-81ED-4DB2-BD59-A6C34878D82A}">
                        <a16:rowId xmlns:a16="http://schemas.microsoft.com/office/drawing/2014/main" val="10005"/>
                      </a:ext>
                    </a:extLst>
                  </a:tr>
                  <a:tr h="38100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dirty="0">
                              <a:solidFill>
                                <a:schemeClr val="lt1"/>
                              </a:solidFill>
                            </a:rPr>
                            <a:t>9</a:t>
                          </a:r>
                          <a:endParaRPr dirty="0">
                            <a:solidFill>
                              <a:schemeClr val="lt1"/>
                            </a:solidFill>
                          </a:endParaRPr>
                        </a:p>
                      </a:txBody>
                      <a:tcPr marL="91425" marR="91425" marT="91425" marB="91425"/>
                    </a:tc>
                    <a:extLst>
                      <a:ext uri="{0D108BD9-81ED-4DB2-BD59-A6C34878D82A}">
                        <a16:rowId xmlns:a16="http://schemas.microsoft.com/office/drawing/2014/main" val="10006"/>
                      </a:ext>
                    </a:extLst>
                  </a:tr>
                </a:tbl>
              </a:graphicData>
            </a:graphic>
          </p:graphicFrame>
        </mc:Choice>
        <mc:Fallback xmlns="">
          <p:graphicFrame>
            <p:nvGraphicFramePr>
              <p:cNvPr id="578" name="Google Shape;578;p83"/>
              <p:cNvGraphicFramePr/>
              <p:nvPr>
                <p:extLst>
                  <p:ext uri="{D42A27DB-BD31-4B8C-83A1-F6EECF244321}">
                    <p14:modId xmlns:p14="http://schemas.microsoft.com/office/powerpoint/2010/main" val="1902032054"/>
                  </p:ext>
                </p:extLst>
              </p:nvPr>
            </p:nvGraphicFramePr>
            <p:xfrm>
              <a:off x="1435063" y="1567550"/>
              <a:ext cx="3128075" cy="2773470"/>
            </p:xfrm>
            <a:graphic>
              <a:graphicData uri="http://schemas.openxmlformats.org/drawingml/2006/table">
                <a:tbl>
                  <a:tblPr>
                    <a:noFill/>
                    <a:tableStyleId>{450DAD7F-6C3D-44DA-B44C-F0A5328448DC}</a:tableStyleId>
                  </a:tblPr>
                  <a:tblGrid>
                    <a:gridCol w="497600">
                      <a:extLst>
                        <a:ext uri="{9D8B030D-6E8A-4147-A177-3AD203B41FA5}">
                          <a16:colId xmlns:a16="http://schemas.microsoft.com/office/drawing/2014/main" val="20000"/>
                        </a:ext>
                      </a:extLst>
                    </a:gridCol>
                    <a:gridCol w="1252875">
                      <a:extLst>
                        <a:ext uri="{9D8B030D-6E8A-4147-A177-3AD203B41FA5}">
                          <a16:colId xmlns:a16="http://schemas.microsoft.com/office/drawing/2014/main" val="20001"/>
                        </a:ext>
                      </a:extLst>
                    </a:gridCol>
                    <a:gridCol w="1377600">
                      <a:extLst>
                        <a:ext uri="{9D8B030D-6E8A-4147-A177-3AD203B41FA5}">
                          <a16:colId xmlns:a16="http://schemas.microsoft.com/office/drawing/2014/main" val="20002"/>
                        </a:ext>
                      </a:extLst>
                    </a:gridCol>
                  </a:tblGrid>
                  <a:tr h="396210">
                    <a:tc>
                      <a:txBody>
                        <a:bodyPr/>
                        <a:lstStyle/>
                        <a:p>
                          <a:endParaRPr lang="en-US"/>
                        </a:p>
                      </a:txBody>
                      <a:tcPr marL="91425" marR="91425" marT="91425" marB="91425">
                        <a:blipFill>
                          <a:blip r:embed="rId3"/>
                          <a:stretch>
                            <a:fillRect l="-1220" t="-1538" r="-529268" b="-604615"/>
                          </a:stretch>
                        </a:blipFill>
                      </a:tcPr>
                    </a:tc>
                    <a:tc>
                      <a:txBody>
                        <a:bodyPr/>
                        <a:lstStyle/>
                        <a:p>
                          <a:endParaRPr lang="en-US"/>
                        </a:p>
                      </a:txBody>
                      <a:tcPr marL="91425" marR="91425" marT="91425" marB="91425">
                        <a:blipFill>
                          <a:blip r:embed="rId3"/>
                          <a:stretch>
                            <a:fillRect l="-40291" t="-1538" r="-110680" b="-604615"/>
                          </a:stretch>
                        </a:blipFill>
                      </a:tcPr>
                    </a:tc>
                    <a:tc>
                      <a:txBody>
                        <a:bodyPr/>
                        <a:lstStyle/>
                        <a:p>
                          <a:endParaRPr lang="en-US"/>
                        </a:p>
                      </a:txBody>
                      <a:tcPr marL="91425" marR="91425" marT="91425" marB="91425">
                        <a:blipFill>
                          <a:blip r:embed="rId3"/>
                          <a:stretch>
                            <a:fillRect l="-127876" t="-1538" r="-885" b="-604615"/>
                          </a:stretch>
                        </a:blipFill>
                      </a:tcPr>
                    </a:tc>
                    <a:extLst>
                      <a:ext uri="{0D108BD9-81ED-4DB2-BD59-A6C34878D82A}">
                        <a16:rowId xmlns:a16="http://schemas.microsoft.com/office/drawing/2014/main" val="10000"/>
                      </a:ext>
                    </a:extLst>
                  </a:tr>
                  <a:tr h="396210">
                    <a:tc>
                      <a:txBody>
                        <a:bodyPr/>
                        <a:lstStyle/>
                        <a:p>
                          <a:pPr marL="0" lvl="0" indent="0" algn="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4</a:t>
                          </a:r>
                          <a:endParaRPr>
                            <a:solidFill>
                              <a:schemeClr val="lt1"/>
                            </a:solidFill>
                          </a:endParaRPr>
                        </a:p>
                      </a:txBody>
                      <a:tcPr marL="91425" marR="91425" marT="91425" marB="91425"/>
                    </a:tc>
                    <a:extLst>
                      <a:ext uri="{0D108BD9-81ED-4DB2-BD59-A6C34878D82A}">
                        <a16:rowId xmlns:a16="http://schemas.microsoft.com/office/drawing/2014/main" val="10001"/>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extLst>
                      <a:ext uri="{0D108BD9-81ED-4DB2-BD59-A6C34878D82A}">
                        <a16:rowId xmlns:a16="http://schemas.microsoft.com/office/drawing/2014/main" val="10002"/>
                      </a:ext>
                    </a:extLst>
                  </a:tr>
                  <a:tr h="396210">
                    <a:tc>
                      <a:txBody>
                        <a:bodyPr/>
                        <a:lstStyle/>
                        <a:p>
                          <a:pPr marL="0" lvl="0" indent="0" algn="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extLst>
                      <a:ext uri="{0D108BD9-81ED-4DB2-BD59-A6C34878D82A}">
                        <a16:rowId xmlns:a16="http://schemas.microsoft.com/office/drawing/2014/main" val="10003"/>
                      </a:ext>
                    </a:extLst>
                  </a:tr>
                  <a:tr h="396210">
                    <a:tc>
                      <a:txBody>
                        <a:bodyPr/>
                        <a:lstStyle/>
                        <a:p>
                          <a:pPr marL="0" lvl="0" indent="0" algn="r" rtl="0">
                            <a:spcBef>
                              <a:spcPts val="0"/>
                            </a:spcBef>
                            <a:spcAft>
                              <a:spcPts val="0"/>
                            </a:spcAft>
                            <a:buNone/>
                          </a:pPr>
                          <a:r>
                            <a:rPr lang="en">
                              <a:solidFill>
                                <a:schemeClr val="lt1"/>
                              </a:solidFill>
                            </a:rPr>
                            <a:t>2</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0</a:t>
                          </a:r>
                          <a:endParaRPr>
                            <a:solidFill>
                              <a:schemeClr val="lt1"/>
                            </a:solidFill>
                          </a:endParaRPr>
                        </a:p>
                      </a:txBody>
                      <a:tcPr marL="91425" marR="91425" marT="91425" marB="91425"/>
                    </a:tc>
                    <a:extLst>
                      <a:ext uri="{0D108BD9-81ED-4DB2-BD59-A6C34878D82A}">
                        <a16:rowId xmlns:a16="http://schemas.microsoft.com/office/drawing/2014/main" val="10004"/>
                      </a:ext>
                    </a:extLst>
                  </a:tr>
                  <a:tr h="396210">
                    <a:tc>
                      <a:txBody>
                        <a:bodyPr/>
                        <a:lstStyle/>
                        <a:p>
                          <a:pPr marL="0" lvl="0" indent="0" algn="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1</a:t>
                          </a:r>
                          <a:endParaRPr>
                            <a:solidFill>
                              <a:schemeClr val="lt1"/>
                            </a:solidFill>
                          </a:endParaRPr>
                        </a:p>
                      </a:txBody>
                      <a:tcPr marL="91425" marR="91425" marT="91425" marB="91425"/>
                    </a:tc>
                    <a:extLst>
                      <a:ext uri="{0D108BD9-81ED-4DB2-BD59-A6C34878D82A}">
                        <a16:rowId xmlns:a16="http://schemas.microsoft.com/office/drawing/2014/main" val="10005"/>
                      </a:ext>
                    </a:extLst>
                  </a:tr>
                  <a:tr h="396210">
                    <a:tc>
                      <a:txBody>
                        <a:bodyPr/>
                        <a:lstStyle/>
                        <a:p>
                          <a:pPr marL="0" lvl="0" indent="0" algn="r" rtl="0">
                            <a:spcBef>
                              <a:spcPts val="0"/>
                            </a:spcBef>
                            <a:spcAft>
                              <a:spcPts val="0"/>
                            </a:spcAft>
                            <a:buNone/>
                          </a:pPr>
                          <a:r>
                            <a:rPr lang="en">
                              <a:solidFill>
                                <a:schemeClr val="lt1"/>
                              </a:solidFill>
                            </a:rPr>
                            <a:t>5</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a:solidFill>
                                <a:schemeClr val="lt1"/>
                              </a:solidFill>
                            </a:rPr>
                            <a:t>3</a:t>
                          </a:r>
                          <a:endParaRPr>
                            <a:solidFill>
                              <a:schemeClr val="lt1"/>
                            </a:solidFill>
                          </a:endParaRPr>
                        </a:p>
                      </a:txBody>
                      <a:tcPr marL="91425" marR="91425" marT="91425" marB="91425"/>
                    </a:tc>
                    <a:tc>
                      <a:txBody>
                        <a:bodyPr/>
                        <a:lstStyle/>
                        <a:p>
                          <a:pPr marL="0" lvl="0" indent="0" algn="ctr" rtl="0">
                            <a:spcBef>
                              <a:spcPts val="0"/>
                            </a:spcBef>
                            <a:spcAft>
                              <a:spcPts val="0"/>
                            </a:spcAft>
                            <a:buNone/>
                          </a:pPr>
                          <a:r>
                            <a:rPr lang="en" dirty="0">
                              <a:solidFill>
                                <a:schemeClr val="lt1"/>
                              </a:solidFill>
                            </a:rPr>
                            <a:t>9</a:t>
                          </a:r>
                          <a:endParaRPr dirty="0">
                            <a:solidFill>
                              <a:schemeClr val="lt1"/>
                            </a:solidFill>
                          </a:endParaRPr>
                        </a:p>
                      </a:txBody>
                      <a:tcPr marL="91425" marR="91425" marT="91425" marB="91425"/>
                    </a:tc>
                    <a:extLst>
                      <a:ext uri="{0D108BD9-81ED-4DB2-BD59-A6C34878D82A}">
                        <a16:rowId xmlns:a16="http://schemas.microsoft.com/office/drawing/2014/main" val="10006"/>
                      </a:ext>
                    </a:extLst>
                  </a:tr>
                </a:tbl>
              </a:graphicData>
            </a:graphic>
          </p:graphicFrame>
        </mc:Fallback>
      </mc:AlternateContent>
      <p:pic>
        <p:nvPicPr>
          <p:cNvPr id="579" name="Google Shape;579;p83" descr="\sqrt{\frac{\sum{(x-\overline{x})^2}}{n-1}}=\sqrt{\frac{4+1+1+0+1+9}{6-1}}" title="MathEquation,#ffffff"/>
          <p:cNvPicPr preferRelativeResize="0"/>
          <p:nvPr/>
        </p:nvPicPr>
        <p:blipFill rotWithShape="1">
          <a:blip r:embed="rId4">
            <a:alphaModFix/>
          </a:blip>
          <a:srcRect r="60873"/>
          <a:stretch/>
        </p:blipFill>
        <p:spPr>
          <a:xfrm>
            <a:off x="5149450" y="1567550"/>
            <a:ext cx="1162350" cy="635000"/>
          </a:xfrm>
          <a:prstGeom prst="rect">
            <a:avLst/>
          </a:prstGeom>
          <a:noFill/>
          <a:ln>
            <a:noFill/>
          </a:ln>
        </p:spPr>
      </p:pic>
      <p:pic>
        <p:nvPicPr>
          <p:cNvPr id="580" name="Google Shape;580;p83" descr="\sqrt{\frac{\sum{(x-\overline{x})^2}}{n-1}}=\sqrt{\frac{4+1+1+0+1+9}{6-1}}" title="MathEquation,#ffffff"/>
          <p:cNvPicPr preferRelativeResize="0"/>
          <p:nvPr/>
        </p:nvPicPr>
        <p:blipFill rotWithShape="1">
          <a:blip r:embed="rId4">
            <a:alphaModFix/>
          </a:blip>
          <a:srcRect l="39128"/>
          <a:stretch/>
        </p:blipFill>
        <p:spPr>
          <a:xfrm>
            <a:off x="6311804" y="1567550"/>
            <a:ext cx="1808400" cy="635000"/>
          </a:xfrm>
          <a:prstGeom prst="rect">
            <a:avLst/>
          </a:prstGeom>
          <a:noFill/>
          <a:ln>
            <a:noFill/>
          </a:ln>
        </p:spPr>
      </p:pic>
      <p:pic>
        <p:nvPicPr>
          <p:cNvPr id="581" name="Google Shape;581;p83" descr="\sqrt{\frac{\sum{(x-\overline{x})^2}}{n-1}}=\sqrt{\frac{16}{5}}" title="MathEquation,#ffffff"/>
          <p:cNvPicPr preferRelativeResize="0"/>
          <p:nvPr/>
        </p:nvPicPr>
        <p:blipFill rotWithShape="1">
          <a:blip r:embed="rId5">
            <a:alphaModFix/>
          </a:blip>
          <a:srcRect l="59719"/>
          <a:stretch/>
        </p:blipFill>
        <p:spPr>
          <a:xfrm>
            <a:off x="6311806" y="2352350"/>
            <a:ext cx="784000" cy="635000"/>
          </a:xfrm>
          <a:prstGeom prst="rect">
            <a:avLst/>
          </a:prstGeom>
          <a:noFill/>
          <a:ln>
            <a:noFill/>
          </a:ln>
        </p:spPr>
      </p:pic>
      <p:pic>
        <p:nvPicPr>
          <p:cNvPr id="582" name="Google Shape;582;p83" descr="\sqrt{\frac{\sum{(x-\overline{x})^2}}{n-1}}=1.79" title="MathEquation,#ffffff"/>
          <p:cNvPicPr preferRelativeResize="0"/>
          <p:nvPr/>
        </p:nvPicPr>
        <p:blipFill rotWithShape="1">
          <a:blip r:embed="rId6">
            <a:alphaModFix/>
          </a:blip>
          <a:srcRect l="62005" r="24275"/>
          <a:stretch/>
        </p:blipFill>
        <p:spPr>
          <a:xfrm>
            <a:off x="6311795" y="3084200"/>
            <a:ext cx="257176" cy="635000"/>
          </a:xfrm>
          <a:prstGeom prst="rect">
            <a:avLst/>
          </a:prstGeom>
          <a:noFill/>
          <a:ln>
            <a:noFill/>
          </a:ln>
        </p:spPr>
      </p:pic>
      <p:pic>
        <p:nvPicPr>
          <p:cNvPr id="583" name="Google Shape;583;p83" descr="\sqrt{\frac{\sum{(x-\overline{x})^2}}{n-1}}=1.79" title="MathEquation,#82c7a5"/>
          <p:cNvPicPr preferRelativeResize="0"/>
          <p:nvPr/>
        </p:nvPicPr>
        <p:blipFill rotWithShape="1">
          <a:blip r:embed="rId7">
            <a:alphaModFix/>
          </a:blip>
          <a:srcRect l="75960"/>
          <a:stretch/>
        </p:blipFill>
        <p:spPr>
          <a:xfrm>
            <a:off x="6568966" y="3084200"/>
            <a:ext cx="450624" cy="635000"/>
          </a:xfrm>
          <a:prstGeom prst="rect">
            <a:avLst/>
          </a:prstGeom>
          <a:noFill/>
          <a:ln>
            <a:noFill/>
          </a:ln>
        </p:spPr>
      </p:pic>
      <p:sp>
        <p:nvSpPr>
          <p:cNvPr id="584" name="Google Shape;584;p83"/>
          <p:cNvSpPr txBox="1">
            <a:spLocks noGrp="1"/>
          </p:cNvSpPr>
          <p:nvPr>
            <p:ph type="body" idx="2"/>
          </p:nvPr>
        </p:nvSpPr>
        <p:spPr>
          <a:xfrm>
            <a:off x="4933221" y="1567550"/>
            <a:ext cx="34032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sz="2400"/>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0"/>
              </a:spcAft>
              <a:buNone/>
            </a:pPr>
            <a:endParaRPr/>
          </a:p>
          <a:p>
            <a:pPr marL="0" lvl="0" indent="0" algn="l" rtl="0">
              <a:spcBef>
                <a:spcPts val="1600"/>
              </a:spcBef>
              <a:spcAft>
                <a:spcPts val="1600"/>
              </a:spcAft>
              <a:buNone/>
            </a:pPr>
            <a:endParaRPr/>
          </a:p>
        </p:txBody>
      </p:sp>
      <p:sp>
        <p:nvSpPr>
          <p:cNvPr id="585" name="Google Shape;585;p83"/>
          <p:cNvSpPr txBox="1"/>
          <p:nvPr/>
        </p:nvSpPr>
        <p:spPr>
          <a:xfrm>
            <a:off x="168975" y="2774288"/>
            <a:ext cx="948000" cy="3600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a:solidFill>
                  <a:schemeClr val="lt1"/>
                </a:solidFill>
              </a:rPr>
              <a:t>X̅ = 2</a:t>
            </a:r>
            <a:endParaRPr>
              <a:latin typeface="Lato"/>
              <a:ea typeface="Lato"/>
              <a:cs typeface="Lato"/>
              <a:sym typeface="Lato"/>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8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8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8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379">
          <a:extLst>
            <a:ext uri="{FF2B5EF4-FFF2-40B4-BE49-F238E27FC236}">
              <a16:creationId xmlns:a16="http://schemas.microsoft.com/office/drawing/2014/main" id="{ABAFD046-AEE7-19B1-5502-09E19CED0573}"/>
            </a:ext>
          </a:extLst>
        </p:cNvPr>
        <p:cNvGrpSpPr/>
        <p:nvPr/>
      </p:nvGrpSpPr>
      <p:grpSpPr>
        <a:xfrm>
          <a:off x="0" y="0"/>
          <a:ext cx="0" cy="0"/>
          <a:chOff x="0" y="0"/>
          <a:chExt cx="0" cy="0"/>
        </a:xfrm>
      </p:grpSpPr>
      <p:sp>
        <p:nvSpPr>
          <p:cNvPr id="380" name="Google Shape;380;p52">
            <a:extLst>
              <a:ext uri="{FF2B5EF4-FFF2-40B4-BE49-F238E27FC236}">
                <a16:creationId xmlns:a16="http://schemas.microsoft.com/office/drawing/2014/main" id="{16746FCF-FF81-96E6-534D-F8FAADAD49BE}"/>
              </a:ext>
            </a:extLst>
          </p:cNvPr>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381" name="Google Shape;381;p52">
            <a:extLst>
              <a:ext uri="{FF2B5EF4-FFF2-40B4-BE49-F238E27FC236}">
                <a16:creationId xmlns:a16="http://schemas.microsoft.com/office/drawing/2014/main" id="{15AE8341-07CE-98FA-72FB-F19032D576AB}"/>
              </a:ext>
            </a:extLst>
          </p:cNvPr>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1600"/>
              </a:spcAft>
              <a:buNone/>
            </a:pPr>
            <a:r>
              <a:rPr lang="en" sz="2400" dirty="0"/>
              <a:t>At a bike sales shop, sales reps are paid commission on every bike that he or she sells. You ask the manager what a typical sales rep is paid. The manager says the sales reps are paid a weekly commission of $2000 on average.</a:t>
            </a:r>
            <a:endParaRPr sz="2400" dirty="0"/>
          </a:p>
        </p:txBody>
      </p:sp>
    </p:spTree>
    <p:extLst>
      <p:ext uri="{BB962C8B-B14F-4D97-AF65-F5344CB8AC3E}">
        <p14:creationId xmlns:p14="http://schemas.microsoft.com/office/powerpoint/2010/main" val="385529303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595"/>
        <p:cNvGrpSpPr/>
        <p:nvPr/>
      </p:nvGrpSpPr>
      <p:grpSpPr>
        <a:xfrm>
          <a:off x="0" y="0"/>
          <a:ext cx="0" cy="0"/>
          <a:chOff x="0" y="0"/>
          <a:chExt cx="0" cy="0"/>
        </a:xfrm>
      </p:grpSpPr>
      <p:sp>
        <p:nvSpPr>
          <p:cNvPr id="596" name="Google Shape;596;p85"/>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Example</a:t>
            </a:r>
            <a:endParaRPr sz="3000"/>
          </a:p>
        </p:txBody>
      </p:sp>
      <p:sp>
        <p:nvSpPr>
          <p:cNvPr id="597" name="Google Shape;597;p85"/>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$50, $50, $450, $500, $950, $1000, $11000</a:t>
            </a:r>
            <a:endParaRPr sz="2400" dirty="0"/>
          </a:p>
          <a:p>
            <a:pPr marL="0" lvl="0" indent="0" algn="l" rtl="0">
              <a:spcBef>
                <a:spcPts val="1600"/>
              </a:spcBef>
              <a:spcAft>
                <a:spcPts val="0"/>
              </a:spcAft>
              <a:buNone/>
            </a:pPr>
            <a:r>
              <a:rPr lang="en" sz="2400" dirty="0"/>
              <a:t>Range: $10950</a:t>
            </a:r>
            <a:endParaRPr sz="2400" dirty="0"/>
          </a:p>
          <a:p>
            <a:pPr marL="0" lvl="0" indent="0" algn="l" rtl="0">
              <a:spcBef>
                <a:spcPts val="1600"/>
              </a:spcBef>
              <a:spcAft>
                <a:spcPts val="0"/>
              </a:spcAft>
              <a:buNone/>
            </a:pPr>
            <a:r>
              <a:rPr lang="en" sz="2400" dirty="0"/>
              <a:t>Interquartile Range: $950</a:t>
            </a:r>
            <a:endParaRPr sz="2400" dirty="0"/>
          </a:p>
          <a:p>
            <a:pPr marL="0" lvl="0" indent="0" algn="l" rtl="0">
              <a:spcBef>
                <a:spcPts val="1600"/>
              </a:spcBef>
              <a:spcAft>
                <a:spcPts val="1600"/>
              </a:spcAft>
              <a:buNone/>
            </a:pPr>
            <a:r>
              <a:rPr lang="en" sz="2400" dirty="0"/>
              <a:t>Standard Deviation: $3990</a:t>
            </a:r>
            <a:endParaRPr sz="24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87"/>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Which is best?</a:t>
            </a:r>
            <a:endParaRPr sz="3000" b="1">
              <a:solidFill>
                <a:schemeClr val="lt2"/>
              </a:solidFill>
            </a:endParaRPr>
          </a:p>
        </p:txBody>
      </p:sp>
      <p:sp>
        <p:nvSpPr>
          <p:cNvPr id="610" name="Google Shape;610;p87"/>
          <p:cNvSpPr txBox="1">
            <a:spLocks noGrp="1"/>
          </p:cNvSpPr>
          <p:nvPr>
            <p:ph type="body" idx="1"/>
          </p:nvPr>
        </p:nvSpPr>
        <p:spPr>
          <a:xfrm>
            <a:off x="1297500" y="1567550"/>
            <a:ext cx="7038900" cy="291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Range</a:t>
            </a:r>
          </a:p>
          <a:p>
            <a:pPr marL="0" lvl="0" indent="0" algn="l" rtl="0">
              <a:spcBef>
                <a:spcPts val="0"/>
              </a:spcBef>
              <a:spcAft>
                <a:spcPts val="0"/>
              </a:spcAft>
              <a:buNone/>
            </a:pPr>
            <a:r>
              <a:rPr lang="en" sz="2400" dirty="0"/>
              <a:t>  </a:t>
            </a:r>
            <a:r>
              <a:rPr lang="en" sz="1800" dirty="0"/>
              <a:t>Pros:</a:t>
            </a:r>
            <a:br>
              <a:rPr lang="en" sz="1800" dirty="0"/>
            </a:br>
            <a:r>
              <a:rPr lang="en" sz="1800" dirty="0"/>
              <a:t>    1. Easy to calculate</a:t>
            </a:r>
            <a:endParaRPr sz="1800" dirty="0"/>
          </a:p>
          <a:p>
            <a:pPr marL="0" lvl="0" indent="0" algn="l" rtl="0">
              <a:spcBef>
                <a:spcPts val="1600"/>
              </a:spcBef>
              <a:spcAft>
                <a:spcPts val="1600"/>
              </a:spcAft>
              <a:buNone/>
            </a:pPr>
            <a:r>
              <a:rPr lang="en" sz="1800" dirty="0"/>
              <a:t>  Cons:</a:t>
            </a:r>
            <a:br>
              <a:rPr lang="en" sz="1800" dirty="0"/>
            </a:br>
            <a:r>
              <a:rPr lang="en" sz="1800" dirty="0"/>
              <a:t>    1. Doesn’t use all the information</a:t>
            </a:r>
            <a:br>
              <a:rPr lang="en" sz="1800" dirty="0"/>
            </a:br>
            <a:r>
              <a:rPr lang="en" sz="1800" dirty="0"/>
              <a:t>    2. Sensitive to extreme values</a:t>
            </a:r>
            <a:br>
              <a:rPr lang="en" sz="1800" dirty="0"/>
            </a:br>
            <a:r>
              <a:rPr lang="en" sz="1800" dirty="0"/>
              <a:t>    3. Min and max are more useful</a:t>
            </a:r>
            <a:endParaRP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14"/>
        <p:cNvGrpSpPr/>
        <p:nvPr/>
      </p:nvGrpSpPr>
      <p:grpSpPr>
        <a:xfrm>
          <a:off x="0" y="0"/>
          <a:ext cx="0" cy="0"/>
          <a:chOff x="0" y="0"/>
          <a:chExt cx="0" cy="0"/>
        </a:xfrm>
      </p:grpSpPr>
      <p:sp>
        <p:nvSpPr>
          <p:cNvPr id="615" name="Google Shape;615;p88"/>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Which is best?</a:t>
            </a:r>
            <a:endParaRPr sz="3000" b="1" dirty="0">
              <a:solidFill>
                <a:schemeClr val="lt2"/>
              </a:solidFill>
            </a:endParaRPr>
          </a:p>
        </p:txBody>
      </p:sp>
      <p:sp>
        <p:nvSpPr>
          <p:cNvPr id="616" name="Google Shape;616;p88"/>
          <p:cNvSpPr txBox="1">
            <a:spLocks noGrp="1"/>
          </p:cNvSpPr>
          <p:nvPr>
            <p:ph type="body" idx="1"/>
          </p:nvPr>
        </p:nvSpPr>
        <p:spPr>
          <a:xfrm>
            <a:off x="1297500" y="1567550"/>
            <a:ext cx="7038900" cy="291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Interquartile Range</a:t>
            </a:r>
          </a:p>
          <a:p>
            <a:pPr marL="0" lvl="0" indent="0" algn="l" rtl="0">
              <a:spcBef>
                <a:spcPts val="0"/>
              </a:spcBef>
              <a:spcAft>
                <a:spcPts val="0"/>
              </a:spcAft>
              <a:buNone/>
            </a:pPr>
            <a:r>
              <a:rPr lang="en" sz="2400" dirty="0"/>
              <a:t>  </a:t>
            </a:r>
            <a:r>
              <a:rPr lang="en" sz="1800" dirty="0"/>
              <a:t>Pros:</a:t>
            </a:r>
            <a:br>
              <a:rPr lang="en" sz="1800" dirty="0"/>
            </a:br>
            <a:r>
              <a:rPr lang="en" sz="1800" dirty="0"/>
              <a:t>    1. Good for ordered data</a:t>
            </a:r>
            <a:br>
              <a:rPr lang="en" sz="1800" dirty="0"/>
            </a:br>
            <a:r>
              <a:rPr lang="en" sz="1800" dirty="0"/>
              <a:t>    2. Not susceptible to extreme values</a:t>
            </a:r>
            <a:br>
              <a:rPr lang="en" sz="1800" dirty="0"/>
            </a:br>
            <a:r>
              <a:rPr lang="en" sz="1800" dirty="0"/>
              <a:t>    3. More stable than range </a:t>
            </a:r>
            <a:endParaRPr sz="1800" dirty="0"/>
          </a:p>
          <a:p>
            <a:pPr marL="0" lvl="0" indent="0" algn="l" rtl="0">
              <a:spcBef>
                <a:spcPts val="1600"/>
              </a:spcBef>
              <a:spcAft>
                <a:spcPts val="1600"/>
              </a:spcAft>
              <a:buNone/>
            </a:pPr>
            <a:r>
              <a:rPr lang="en" sz="1800" dirty="0"/>
              <a:t>  Cons:</a:t>
            </a:r>
            <a:br>
              <a:rPr lang="en" sz="1800" dirty="0"/>
            </a:br>
            <a:r>
              <a:rPr lang="en" sz="1800" dirty="0"/>
              <a:t>    1. Doesn’t use all the information</a:t>
            </a:r>
            <a:br>
              <a:rPr lang="en" sz="1800" dirty="0"/>
            </a:br>
            <a:r>
              <a:rPr lang="en" sz="1800" dirty="0"/>
              <a:t>    2. Harder to calculate and understand</a:t>
            </a:r>
            <a:endParaRP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16">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16">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20"/>
        <p:cNvGrpSpPr/>
        <p:nvPr/>
      </p:nvGrpSpPr>
      <p:grpSpPr>
        <a:xfrm>
          <a:off x="0" y="0"/>
          <a:ext cx="0" cy="0"/>
          <a:chOff x="0" y="0"/>
          <a:chExt cx="0" cy="0"/>
        </a:xfrm>
      </p:grpSpPr>
      <p:sp>
        <p:nvSpPr>
          <p:cNvPr id="621" name="Google Shape;621;p89"/>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dirty="0"/>
              <a:t>Which is best?</a:t>
            </a:r>
            <a:endParaRPr sz="3000" b="1" dirty="0">
              <a:solidFill>
                <a:schemeClr val="lt2"/>
              </a:solidFill>
            </a:endParaRPr>
          </a:p>
        </p:txBody>
      </p:sp>
      <p:sp>
        <p:nvSpPr>
          <p:cNvPr id="622" name="Google Shape;622;p89"/>
          <p:cNvSpPr txBox="1">
            <a:spLocks noGrp="1"/>
          </p:cNvSpPr>
          <p:nvPr>
            <p:ph type="body" idx="1"/>
          </p:nvPr>
        </p:nvSpPr>
        <p:spPr>
          <a:xfrm>
            <a:off x="1297500" y="1567550"/>
            <a:ext cx="7038900" cy="2911200"/>
          </a:xfrm>
          <a:prstGeom prst="rect">
            <a:avLst/>
          </a:prstGeom>
        </p:spPr>
        <p:txBody>
          <a:bodyPr spcFirstLastPara="1" wrap="square" lIns="91425" tIns="91425" rIns="91425" bIns="91425" anchor="ctr" anchorCtr="0">
            <a:noAutofit/>
          </a:bodyPr>
          <a:lstStyle/>
          <a:p>
            <a:pPr marL="0" lvl="0" indent="0" algn="l" rtl="0">
              <a:spcBef>
                <a:spcPts val="0"/>
              </a:spcBef>
              <a:spcAft>
                <a:spcPts val="0"/>
              </a:spcAft>
              <a:buNone/>
            </a:pPr>
            <a:r>
              <a:rPr lang="en" sz="2400" dirty="0"/>
              <a:t>Standard Deviation</a:t>
            </a:r>
          </a:p>
          <a:p>
            <a:pPr marL="0" lvl="0" indent="0" algn="l" rtl="0">
              <a:spcBef>
                <a:spcPts val="0"/>
              </a:spcBef>
              <a:spcAft>
                <a:spcPts val="0"/>
              </a:spcAft>
              <a:buNone/>
            </a:pPr>
            <a:r>
              <a:rPr lang="en" sz="2400" dirty="0"/>
              <a:t>  </a:t>
            </a:r>
            <a:r>
              <a:rPr lang="en" sz="1800" dirty="0"/>
              <a:t>Pros:</a:t>
            </a:r>
          </a:p>
          <a:p>
            <a:pPr marL="0" lvl="0" indent="0" algn="l" rtl="0">
              <a:spcBef>
                <a:spcPts val="0"/>
              </a:spcBef>
              <a:spcAft>
                <a:spcPts val="0"/>
              </a:spcAft>
              <a:buNone/>
            </a:pPr>
            <a:r>
              <a:rPr lang="en" sz="1800" dirty="0"/>
              <a:t>    1. Uses all the data values</a:t>
            </a:r>
            <a:br>
              <a:rPr lang="en" sz="1800" dirty="0"/>
            </a:br>
            <a:r>
              <a:rPr lang="en" sz="1800" dirty="0"/>
              <a:t>    2. Useful in statistical methods and inference</a:t>
            </a:r>
            <a:endParaRPr sz="1800" dirty="0"/>
          </a:p>
          <a:p>
            <a:pPr marL="0" lvl="0" indent="0" algn="l" rtl="0">
              <a:spcBef>
                <a:spcPts val="1600"/>
              </a:spcBef>
              <a:spcAft>
                <a:spcPts val="1600"/>
              </a:spcAft>
              <a:buNone/>
            </a:pPr>
            <a:r>
              <a:rPr lang="en" sz="1800" dirty="0"/>
              <a:t>  Cons:</a:t>
            </a:r>
            <a:br>
              <a:rPr lang="en" sz="1800" dirty="0"/>
            </a:br>
            <a:r>
              <a:rPr lang="en" sz="1800" dirty="0"/>
              <a:t>    1. Susceptible to extreme values</a:t>
            </a:r>
            <a:br>
              <a:rPr lang="en" sz="1800" dirty="0"/>
            </a:br>
            <a:r>
              <a:rPr lang="en" sz="1800" dirty="0"/>
              <a:t>    2. Hard to calculate manually</a:t>
            </a:r>
            <a:endParaRPr sz="1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2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2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2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2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01"/>
        <p:cNvGrpSpPr/>
        <p:nvPr/>
      </p:nvGrpSpPr>
      <p:grpSpPr>
        <a:xfrm>
          <a:off x="0" y="0"/>
          <a:ext cx="0" cy="0"/>
          <a:chOff x="0" y="0"/>
          <a:chExt cx="0" cy="0"/>
        </a:xfrm>
      </p:grpSpPr>
      <p:sp>
        <p:nvSpPr>
          <p:cNvPr id="602" name="Google Shape;602;p86"/>
          <p:cNvSpPr txBox="1">
            <a:spLocks noGrp="1"/>
          </p:cNvSpPr>
          <p:nvPr>
            <p:ph type="title"/>
          </p:nvPr>
        </p:nvSpPr>
        <p:spPr>
          <a:xfrm>
            <a:off x="1297500" y="393750"/>
            <a:ext cx="7038900" cy="9141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3000"/>
              <a:t>So what?</a:t>
            </a:r>
            <a:endParaRPr sz="3000" b="1">
              <a:solidFill>
                <a:schemeClr val="lt2"/>
              </a:solidFill>
            </a:endParaRPr>
          </a:p>
        </p:txBody>
      </p:sp>
      <p:sp>
        <p:nvSpPr>
          <p:cNvPr id="603" name="Google Shape;603;p86"/>
          <p:cNvSpPr txBox="1">
            <a:spLocks noGrp="1"/>
          </p:cNvSpPr>
          <p:nvPr>
            <p:ph type="body" idx="1"/>
          </p:nvPr>
        </p:nvSpPr>
        <p:spPr>
          <a:xfrm>
            <a:off x="1297500" y="1567550"/>
            <a:ext cx="7038900" cy="29112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sz="2400" dirty="0"/>
              <a:t>Use both measures to describe data</a:t>
            </a:r>
            <a:endParaRPr sz="2400" dirty="0"/>
          </a:p>
          <a:p>
            <a:pPr marL="0" lvl="0" indent="0" algn="l" rtl="0">
              <a:spcBef>
                <a:spcPts val="1600"/>
              </a:spcBef>
              <a:spcAft>
                <a:spcPts val="0"/>
              </a:spcAft>
              <a:buNone/>
            </a:pPr>
            <a:r>
              <a:rPr lang="en" sz="2400" dirty="0"/>
              <a:t>One does not tell you enough</a:t>
            </a:r>
            <a:endParaRPr sz="2400" dirty="0"/>
          </a:p>
          <a:p>
            <a:pPr marL="0" lvl="0" indent="0" algn="l" rtl="0">
              <a:spcBef>
                <a:spcPts val="1600"/>
              </a:spcBef>
              <a:spcAft>
                <a:spcPts val="1600"/>
              </a:spcAft>
              <a:buNone/>
            </a:pPr>
            <a:endParaRPr sz="2400" dirty="0"/>
          </a:p>
        </p:txBody>
      </p:sp>
      <p:pic>
        <p:nvPicPr>
          <p:cNvPr id="3" name="Picture 2">
            <a:extLst>
              <a:ext uri="{FF2B5EF4-FFF2-40B4-BE49-F238E27FC236}">
                <a16:creationId xmlns:a16="http://schemas.microsoft.com/office/drawing/2014/main" id="{065CC0AF-D00D-E428-B47E-202525670ED2}"/>
              </a:ext>
            </a:extLst>
          </p:cNvPr>
          <p:cNvPicPr>
            <a:picLocks noChangeAspect="1"/>
          </p:cNvPicPr>
          <p:nvPr/>
        </p:nvPicPr>
        <p:blipFill>
          <a:blip r:embed="rId3"/>
          <a:stretch>
            <a:fillRect/>
          </a:stretch>
        </p:blipFill>
        <p:spPr>
          <a:xfrm>
            <a:off x="1228512" y="1177973"/>
            <a:ext cx="6086475" cy="3429000"/>
          </a:xfrm>
          <a:prstGeom prst="rect">
            <a:avLst/>
          </a:prstGeom>
        </p:spPr>
      </p:pic>
    </p:spTree>
    <p:extLst>
      <p:ext uri="{BB962C8B-B14F-4D97-AF65-F5344CB8AC3E}">
        <p14:creationId xmlns:p14="http://schemas.microsoft.com/office/powerpoint/2010/main" val="5227276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0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0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9CBC7576CF0524CBA25DC971C759B1A" ma:contentTypeVersion="11" ma:contentTypeDescription="Create a new document." ma:contentTypeScope="" ma:versionID="b75cfc0ac22d07dee6b548defd1e23da">
  <xsd:schema xmlns:xsd="http://www.w3.org/2001/XMLSchema" xmlns:xs="http://www.w3.org/2001/XMLSchema" xmlns:p="http://schemas.microsoft.com/office/2006/metadata/properties" xmlns:ns2="30d97937-01a3-4de3-90ca-5e7d330c9e3c" xmlns:ns3="9424389c-3462-41f7-a219-8f9753f44d22" targetNamespace="http://schemas.microsoft.com/office/2006/metadata/properties" ma:root="true" ma:fieldsID="4085e53bb4211184587dea94a899aee8" ns2:_="" ns3:_="">
    <xsd:import namespace="30d97937-01a3-4de3-90ca-5e7d330c9e3c"/>
    <xsd:import namespace="9424389c-3462-41f7-a219-8f9753f44d2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97937-01a3-4de3-90ca-5e7d330c9e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24389c-3462-41f7-a219-8f9753f44d2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38c3e5a-36d3-4f86-9e6d-3f95ef1e8ab6}" ma:internalName="TaxCatchAll" ma:showField="CatchAllData" ma:web="9424389c-3462-41f7-a219-8f9753f44d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30d97937-01a3-4de3-90ca-5e7d330c9e3c">
      <Terms xmlns="http://schemas.microsoft.com/office/infopath/2007/PartnerControls"/>
    </lcf76f155ced4ddcb4097134ff3c332f>
    <TaxCatchAll xmlns="9424389c-3462-41f7-a219-8f9753f44d22" xsi:nil="true"/>
  </documentManagement>
</p:properties>
</file>

<file path=customXml/itemProps1.xml><?xml version="1.0" encoding="utf-8"?>
<ds:datastoreItem xmlns:ds="http://schemas.openxmlformats.org/officeDocument/2006/customXml" ds:itemID="{EF3EE5EB-04C2-4482-BFBB-B4853BF859F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97937-01a3-4de3-90ca-5e7d330c9e3c"/>
    <ds:schemaRef ds:uri="9424389c-3462-41f7-a219-8f9753f44d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E023D2-9090-49A3-B049-439A4CE64DE1}">
  <ds:schemaRefs>
    <ds:schemaRef ds:uri="http://schemas.microsoft.com/sharepoint/v3/contenttype/forms"/>
  </ds:schemaRefs>
</ds:datastoreItem>
</file>

<file path=customXml/itemProps3.xml><?xml version="1.0" encoding="utf-8"?>
<ds:datastoreItem xmlns:ds="http://schemas.openxmlformats.org/officeDocument/2006/customXml" ds:itemID="{7F02AF99-1BBD-4308-A636-5106D1260BA8}">
  <ds:schemaRefs>
    <ds:schemaRef ds:uri="http://schemas.microsoft.com/office/2006/metadata/properties"/>
    <ds:schemaRef ds:uri="http://schemas.microsoft.com/office/infopath/2007/PartnerControls"/>
    <ds:schemaRef ds:uri="30d97937-01a3-4de3-90ca-5e7d330c9e3c"/>
    <ds:schemaRef ds:uri="9424389c-3462-41f7-a219-8f9753f44d22"/>
  </ds:schemaRefs>
</ds:datastoreItem>
</file>

<file path=docProps/app.xml><?xml version="1.0" encoding="utf-8"?>
<Properties xmlns="http://schemas.openxmlformats.org/officeDocument/2006/extended-properties" xmlns:vt="http://schemas.openxmlformats.org/officeDocument/2006/docPropsVTypes">
  <TotalTime>83</TotalTime>
  <Words>1939</Words>
  <Application>Microsoft Office PowerPoint</Application>
  <PresentationFormat>On-screen Show (16:9)</PresentationFormat>
  <Paragraphs>379</Paragraphs>
  <Slides>72</Slides>
  <Notes>72</Notes>
  <HiddenSlides>2</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Arial</vt:lpstr>
      <vt:lpstr>Lato</vt:lpstr>
      <vt:lpstr>Cambria Math</vt:lpstr>
      <vt:lpstr>Montserrat</vt:lpstr>
      <vt:lpstr>Focus</vt:lpstr>
      <vt:lpstr>Descriptive Statistics</vt:lpstr>
      <vt:lpstr>Why Descriptive Statistics?</vt:lpstr>
      <vt:lpstr>Why Descriptive Statistics?</vt:lpstr>
      <vt:lpstr>Why Descriptive Statistics?</vt:lpstr>
      <vt:lpstr>Descriptive Statistics</vt:lpstr>
      <vt:lpstr>Descriptive Statistics</vt:lpstr>
      <vt:lpstr>Descriptive Statistics</vt:lpstr>
      <vt:lpstr>Descriptive Statistics</vt:lpstr>
      <vt:lpstr>Descriptive Statistics</vt:lpstr>
      <vt:lpstr>Descriptive Statistics</vt:lpstr>
      <vt:lpstr>Measures of Central Tendency</vt:lpstr>
      <vt:lpstr>Measures of Central Tendency</vt:lpstr>
      <vt:lpstr>Measures of Central Tendency</vt:lpstr>
      <vt:lpstr>Measures of Central Tendency - Mean</vt:lpstr>
      <vt:lpstr>Measures of Central Tendency - Mean</vt:lpstr>
      <vt:lpstr>Measures of Central Tendency - Mean</vt:lpstr>
      <vt:lpstr>Measures of Central Tendency - Mean</vt:lpstr>
      <vt:lpstr>Example</vt:lpstr>
      <vt:lpstr>Measures of Central Tendency - Mean</vt:lpstr>
      <vt:lpstr>Measures of Central Tendency - Mean</vt:lpstr>
      <vt:lpstr>Measures of Central Tendency - Median</vt:lpstr>
      <vt:lpstr>Measures of Central Tendency - Median</vt:lpstr>
      <vt:lpstr>Measures of Central Tendency - Median</vt:lpstr>
      <vt:lpstr>Measures of Central Tendency - Median</vt:lpstr>
      <vt:lpstr>Measures of Central Tendency - Median</vt:lpstr>
      <vt:lpstr>Measures of Central Tendency - Median</vt:lpstr>
      <vt:lpstr>Example</vt:lpstr>
      <vt:lpstr>Example</vt:lpstr>
      <vt:lpstr>Measures of Central Tendency - Mode</vt:lpstr>
      <vt:lpstr>Measures of Central Tendency - Mode</vt:lpstr>
      <vt:lpstr>Measures of Central Tendency - Mode</vt:lpstr>
      <vt:lpstr>Measures of Central Tendency - Mode</vt:lpstr>
      <vt:lpstr>Measures of Central Tendency - Mode</vt:lpstr>
      <vt:lpstr>Measures of Central Tendency - Mode</vt:lpstr>
      <vt:lpstr>Measures of Central Tendency - Mode</vt:lpstr>
      <vt:lpstr>Measures of Central Tendency - Mode</vt:lpstr>
      <vt:lpstr>Measures of Central Tendency - Mode</vt:lpstr>
      <vt:lpstr>Example</vt:lpstr>
      <vt:lpstr>Example</vt:lpstr>
      <vt:lpstr>Which is best?</vt:lpstr>
      <vt:lpstr>Descriptive Statistics</vt:lpstr>
      <vt:lpstr>Descriptive Statistics</vt:lpstr>
      <vt:lpstr>Measures of Dispersion</vt:lpstr>
      <vt:lpstr>Measures of Dispersion - Range</vt:lpstr>
      <vt:lpstr>Measures of Dispersion - Range</vt:lpstr>
      <vt:lpstr>Measures of Dispersion - Range</vt:lpstr>
      <vt:lpstr>Measures of Dispersion -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Interquartile Range</vt:lpstr>
      <vt:lpstr>Measures of Dispersion - Standard Deviation</vt:lpstr>
      <vt:lpstr>Measures of Dispersion - Standard Deviation</vt:lpstr>
      <vt:lpstr>Measures of Dispersion - Standard Deviation</vt:lpstr>
      <vt:lpstr>Measures of Dispersion - Standard Deviation</vt:lpstr>
      <vt:lpstr>Measures of Dispersion - Standard Deviation</vt:lpstr>
      <vt:lpstr>Measures of Dispersion - Standard Deviation</vt:lpstr>
      <vt:lpstr>Measures of Dispersion - Standard Deviation</vt:lpstr>
      <vt:lpstr>Measures of Dispersion - Standard Deviation</vt:lpstr>
      <vt:lpstr>Example</vt:lpstr>
      <vt:lpstr>Example</vt:lpstr>
      <vt:lpstr>Which is best?</vt:lpstr>
      <vt:lpstr>Which is best?</vt:lpstr>
      <vt:lpstr>Which is best?</vt:lpstr>
      <vt:lpstr>So what?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PAMILAGAS, KEVIN S CTR USAF AETC AFIT/LSM</cp:lastModifiedBy>
  <cp:revision>1</cp:revision>
  <dcterms:modified xsi:type="dcterms:W3CDTF">2025-07-22T18:23:48Z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0x010100A9CBC7576CF0524CBA25DC971C759B1A</vt:lpwstr>
  </property>
</Properties>
</file>