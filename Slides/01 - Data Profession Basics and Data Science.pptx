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4"/>
  </p:sldMasterIdLst>
  <p:notesMasterIdLst>
    <p:notesMasterId r:id="rId37"/>
  </p:notesMasterIdLst>
  <p:sldIdLst>
    <p:sldId id="256" r:id="rId5"/>
    <p:sldId id="257" r:id="rId6"/>
    <p:sldId id="258" r:id="rId7"/>
    <p:sldId id="259" r:id="rId8"/>
    <p:sldId id="260" r:id="rId9"/>
    <p:sldId id="288" r:id="rId10"/>
    <p:sldId id="261" r:id="rId11"/>
    <p:sldId id="262" r:id="rId12"/>
    <p:sldId id="263" r:id="rId13"/>
    <p:sldId id="264" r:id="rId14"/>
    <p:sldId id="265" r:id="rId15"/>
    <p:sldId id="267" r:id="rId16"/>
    <p:sldId id="268" r:id="rId17"/>
    <p:sldId id="269" r:id="rId18"/>
    <p:sldId id="271" r:id="rId19"/>
    <p:sldId id="272" r:id="rId20"/>
    <p:sldId id="273" r:id="rId21"/>
    <p:sldId id="274" r:id="rId22"/>
    <p:sldId id="275" r:id="rId23"/>
    <p:sldId id="276" r:id="rId24"/>
    <p:sldId id="277" r:id="rId25"/>
    <p:sldId id="270" r:id="rId26"/>
    <p:sldId id="278" r:id="rId27"/>
    <p:sldId id="279" r:id="rId28"/>
    <p:sldId id="280" r:id="rId29"/>
    <p:sldId id="281" r:id="rId30"/>
    <p:sldId id="282" r:id="rId31"/>
    <p:sldId id="289" r:id="rId32"/>
    <p:sldId id="283" r:id="rId33"/>
    <p:sldId id="285" r:id="rId34"/>
    <p:sldId id="286" r:id="rId35"/>
    <p:sldId id="287" r:id="rId36"/>
  </p:sldIdLst>
  <p:sldSz cx="9144000" cy="5143500" type="screen16x9"/>
  <p:notesSz cx="6858000" cy="9144000"/>
  <p:embeddedFontLst>
    <p:embeddedFont>
      <p:font typeface="Century Gothic" panose="020B0502020202020204" pitchFamily="34" charset="0"/>
      <p:regular r:id="rId38"/>
      <p:bold r:id="rId39"/>
      <p:italic r:id="rId40"/>
      <p:boldItalic r:id="rId41"/>
    </p:embeddedFont>
    <p:embeddedFont>
      <p:font typeface="Consolas" panose="020B0609020204030204" pitchFamily="49" charset="0"/>
      <p:regular r:id="rId42"/>
      <p:bold r:id="rId43"/>
      <p:italic r:id="rId44"/>
      <p:boldItalic r:id="rId45"/>
    </p:embeddedFont>
    <p:embeddedFont>
      <p:font typeface="Hanken Grotesk" panose="020B0604020202020204" charset="0"/>
      <p:regular r:id="rId46"/>
      <p:bold r:id="rId47"/>
      <p:italic r:id="rId48"/>
      <p:boldItalic r:id="rId49"/>
    </p:embeddedFont>
    <p:embeddedFont>
      <p:font typeface="Hanken Grotesk SemiBold" panose="020B0604020202020204" charset="0"/>
      <p:regular r:id="rId50"/>
      <p:bold r:id="rId51"/>
      <p:italic r:id="rId52"/>
      <p:boldItalic r:id="rId53"/>
    </p:embeddedFont>
    <p:embeddedFont>
      <p:font typeface="Inter" panose="020B0604020202020204" charset="0"/>
      <p:regular r:id="rId54"/>
      <p:bold r:id="rId55"/>
    </p:embeddedFont>
    <p:embeddedFont>
      <p:font typeface="Libre Franklin Medium" pitchFamily="2" charset="0"/>
      <p:regular r:id="rId56"/>
      <p: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80D4C4-BDCF-4842-8D5B-9088099EDD20}" v="1" dt="2026-05-29T17:16:27.8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976" autoAdjust="0"/>
  </p:normalViewPr>
  <p:slideViewPr>
    <p:cSldViewPr snapToGrid="0">
      <p:cViewPr varScale="1">
        <p:scale>
          <a:sx n="97" d="100"/>
          <a:sy n="97" d="100"/>
        </p:scale>
        <p:origin x="996" y="7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2.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5.fntdata"/><Relationship Id="rId47" Type="http://schemas.openxmlformats.org/officeDocument/2006/relationships/font" Target="fonts/font10.fntdata"/><Relationship Id="rId50" Type="http://schemas.openxmlformats.org/officeDocument/2006/relationships/font" Target="fonts/font13.fntdata"/><Relationship Id="rId55" Type="http://schemas.openxmlformats.org/officeDocument/2006/relationships/font" Target="fonts/font18.fntdata"/><Relationship Id="rId63"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openxmlformats.org/officeDocument/2006/relationships/font" Target="fonts/font8.fntdata"/><Relationship Id="rId53" Type="http://schemas.openxmlformats.org/officeDocument/2006/relationships/font" Target="fonts/font16.fntdata"/><Relationship Id="rId58"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6.fntdata"/><Relationship Id="rId48" Type="http://schemas.openxmlformats.org/officeDocument/2006/relationships/font" Target="fonts/font11.fntdata"/><Relationship Id="rId56" Type="http://schemas.openxmlformats.org/officeDocument/2006/relationships/font" Target="fonts/font19.fntdata"/><Relationship Id="rId8" Type="http://schemas.openxmlformats.org/officeDocument/2006/relationships/slide" Target="slides/slide4.xml"/><Relationship Id="rId51" Type="http://schemas.openxmlformats.org/officeDocument/2006/relationships/font" Target="fonts/font14.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font" Target="fonts/font1.fntdata"/><Relationship Id="rId46" Type="http://schemas.openxmlformats.org/officeDocument/2006/relationships/font" Target="fonts/font9.fntdata"/><Relationship Id="rId59"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font" Target="fonts/font4.fntdata"/><Relationship Id="rId54" Type="http://schemas.openxmlformats.org/officeDocument/2006/relationships/font" Target="fonts/font17.fntdata"/><Relationship Id="rId62"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12.fntdata"/><Relationship Id="rId57" Type="http://schemas.openxmlformats.org/officeDocument/2006/relationships/font" Target="fonts/font20.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7.fntdata"/><Relationship Id="rId52" Type="http://schemas.openxmlformats.org/officeDocument/2006/relationships/font" Target="fonts/font15.fntdata"/><Relationship Id="rId6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Pamilagas" userId="95fbd0607220e462" providerId="LiveId" clId="{5BB3BEA8-DB17-46A8-B2F7-5EC3E1D3DA39}"/>
    <pc:docChg chg="addSld delSld modSld">
      <pc:chgData name="Kevin Pamilagas" userId="95fbd0607220e462" providerId="LiveId" clId="{5BB3BEA8-DB17-46A8-B2F7-5EC3E1D3DA39}" dt="2026-05-29T17:16:27.835" v="4"/>
      <pc:docMkLst>
        <pc:docMk/>
      </pc:docMkLst>
      <pc:sldChg chg="del">
        <pc:chgData name="Kevin Pamilagas" userId="95fbd0607220e462" providerId="LiveId" clId="{5BB3BEA8-DB17-46A8-B2F7-5EC3E1D3DA39}" dt="2026-05-29T17:15:51.064" v="2" actId="47"/>
        <pc:sldMkLst>
          <pc:docMk/>
          <pc:sldMk cId="0" sldId="266"/>
        </pc:sldMkLst>
      </pc:sldChg>
      <pc:sldChg chg="del">
        <pc:chgData name="Kevin Pamilagas" userId="95fbd0607220e462" providerId="LiveId" clId="{5BB3BEA8-DB17-46A8-B2F7-5EC3E1D3DA39}" dt="2026-05-29T17:16:23.482" v="3" actId="2696"/>
        <pc:sldMkLst>
          <pc:docMk/>
          <pc:sldMk cId="0" sldId="270"/>
        </pc:sldMkLst>
      </pc:sldChg>
      <pc:sldChg chg="add">
        <pc:chgData name="Kevin Pamilagas" userId="95fbd0607220e462" providerId="LiveId" clId="{5BB3BEA8-DB17-46A8-B2F7-5EC3E1D3DA39}" dt="2026-05-29T17:16:27.835" v="4"/>
        <pc:sldMkLst>
          <pc:docMk/>
          <pc:sldMk cId="2747095236" sldId="270"/>
        </pc:sldMkLst>
      </pc:sldChg>
      <pc:sldChg chg="modSp mod">
        <pc:chgData name="Kevin Pamilagas" userId="95fbd0607220e462" providerId="LiveId" clId="{5BB3BEA8-DB17-46A8-B2F7-5EC3E1D3DA39}" dt="2026-05-29T17:05:04.663" v="1" actId="14100"/>
        <pc:sldMkLst>
          <pc:docMk/>
          <pc:sldMk cId="0" sldId="289"/>
        </pc:sldMkLst>
        <pc:spChg chg="mod">
          <ac:chgData name="Kevin Pamilagas" userId="95fbd0607220e462" providerId="LiveId" clId="{5BB3BEA8-DB17-46A8-B2F7-5EC3E1D3DA39}" dt="2026-05-29T17:04:51.942" v="0" actId="113"/>
          <ac:spMkLst>
            <pc:docMk/>
            <pc:sldMk cId="0" sldId="289"/>
            <ac:spMk id="2" creationId="{00000000-0000-0000-0000-000000000000}"/>
          </ac:spMkLst>
        </pc:spChg>
        <pc:spChg chg="mod">
          <ac:chgData name="Kevin Pamilagas" userId="95fbd0607220e462" providerId="LiveId" clId="{5BB3BEA8-DB17-46A8-B2F7-5EC3E1D3DA39}" dt="2026-05-29T17:05:04.663" v="1" actId="14100"/>
          <ac:spMkLst>
            <pc:docMk/>
            <pc:sldMk cId="0" sldId="289"/>
            <ac:spMk id="3" creationId="{00000000-0000-0000-0000-000000000000}"/>
          </ac:spMkLst>
        </pc:spChg>
        <pc:spChg chg="mod">
          <ac:chgData name="Kevin Pamilagas" userId="95fbd0607220e462" providerId="LiveId" clId="{5BB3BEA8-DB17-46A8-B2F7-5EC3E1D3DA39}" dt="2026-05-29T17:05:04.663" v="1" actId="14100"/>
          <ac:spMkLst>
            <pc:docMk/>
            <pc:sldMk cId="0" sldId="289"/>
            <ac:spMk id="4" creationId="{00000000-0000-0000-0000-000000000000}"/>
          </ac:spMkLst>
        </pc:spChg>
        <pc:spChg chg="mod">
          <ac:chgData name="Kevin Pamilagas" userId="95fbd0607220e462" providerId="LiveId" clId="{5BB3BEA8-DB17-46A8-B2F7-5EC3E1D3DA39}" dt="2026-05-29T17:05:04.663" v="1" actId="14100"/>
          <ac:spMkLst>
            <pc:docMk/>
            <pc:sldMk cId="0" sldId="289"/>
            <ac:spMk id="6" creationId="{00000000-0000-0000-0000-000000000000}"/>
          </ac:spMkLst>
        </pc:spChg>
        <pc:spChg chg="mod">
          <ac:chgData name="Kevin Pamilagas" userId="95fbd0607220e462" providerId="LiveId" clId="{5BB3BEA8-DB17-46A8-B2F7-5EC3E1D3DA39}" dt="2026-05-29T17:05:04.663" v="1" actId="14100"/>
          <ac:spMkLst>
            <pc:docMk/>
            <pc:sldMk cId="0" sldId="289"/>
            <ac:spMk id="12" creationId="{00000000-0000-0000-0000-000000000000}"/>
          </ac:spMkLst>
        </pc:spChg>
        <pc:spChg chg="mod">
          <ac:chgData name="Kevin Pamilagas" userId="95fbd0607220e462" providerId="LiveId" clId="{5BB3BEA8-DB17-46A8-B2F7-5EC3E1D3DA39}" dt="2026-05-29T17:05:04.663" v="1" actId="14100"/>
          <ac:spMkLst>
            <pc:docMk/>
            <pc:sldMk cId="0" sldId="289"/>
            <ac:spMk id="16" creationId="{00000000-0000-0000-0000-000000000000}"/>
          </ac:spMkLst>
        </pc:spChg>
        <pc:spChg chg="mod">
          <ac:chgData name="Kevin Pamilagas" userId="95fbd0607220e462" providerId="LiveId" clId="{5BB3BEA8-DB17-46A8-B2F7-5EC3E1D3DA39}" dt="2026-05-29T17:05:04.663" v="1" actId="14100"/>
          <ac:spMkLst>
            <pc:docMk/>
            <pc:sldMk cId="0" sldId="289"/>
            <ac:spMk id="18" creationId="{00000000-0000-0000-0000-000000000000}"/>
          </ac:spMkLst>
        </pc:spChg>
        <pc:spChg chg="mod">
          <ac:chgData name="Kevin Pamilagas" userId="95fbd0607220e462" providerId="LiveId" clId="{5BB3BEA8-DB17-46A8-B2F7-5EC3E1D3DA39}" dt="2026-05-29T17:05:04.663" v="1" actId="14100"/>
          <ac:spMkLst>
            <pc:docMk/>
            <pc:sldMk cId="0" sldId="289"/>
            <ac:spMk id="20" creationId="{00000000-0000-0000-0000-000000000000}"/>
          </ac:spMkLst>
        </pc:spChg>
        <pc:spChg chg="mod">
          <ac:chgData name="Kevin Pamilagas" userId="95fbd0607220e462" providerId="LiveId" clId="{5BB3BEA8-DB17-46A8-B2F7-5EC3E1D3DA39}" dt="2026-05-29T17:05:04.663" v="1" actId="14100"/>
          <ac:spMkLst>
            <pc:docMk/>
            <pc:sldMk cId="0" sldId="289"/>
            <ac:spMk id="24" creationId="{00000000-0000-0000-0000-000000000000}"/>
          </ac:spMkLst>
        </pc:spChg>
        <pc:spChg chg="mod">
          <ac:chgData name="Kevin Pamilagas" userId="95fbd0607220e462" providerId="LiveId" clId="{5BB3BEA8-DB17-46A8-B2F7-5EC3E1D3DA39}" dt="2026-05-29T17:05:04.663" v="1" actId="14100"/>
          <ac:spMkLst>
            <pc:docMk/>
            <pc:sldMk cId="0" sldId="289"/>
            <ac:spMk id="27" creationId="{00000000-0000-0000-0000-000000000000}"/>
          </ac:spMkLst>
        </pc:spChg>
        <pc:spChg chg="mod">
          <ac:chgData name="Kevin Pamilagas" userId="95fbd0607220e462" providerId="LiveId" clId="{5BB3BEA8-DB17-46A8-B2F7-5EC3E1D3DA39}" dt="2026-05-29T17:05:04.663" v="1" actId="14100"/>
          <ac:spMkLst>
            <pc:docMk/>
            <pc:sldMk cId="0" sldId="289"/>
            <ac:spMk id="3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2e1275b531c_0_3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2e1275b531c_0_35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e503632880_0_3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2e503632880_0_3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SLIDES_API100865564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5" name="Google Shape;285;SLIDES_API1008655643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SLIDES_API162759646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2" name="Google Shape;292;SLIDES_API162759646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2e1275b531c_0_3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6" name="Google Shape;306;g2e1275b531c_0_38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SLIDES_API10548147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SLIDES_API105481475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e5e6533bd9_0_3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3" name="Google Shape;323;g2e5e6533bd9_0_3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SLIDES_API137750370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8" name="Google Shape;328;SLIDES_API1377503704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2e5e6533bd9_0_3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2e5e6533bd9_0_3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2e591690d24_0_2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2e591690d24_0_27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2e5e6533bd9_0_3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 name="Google Shape;351;g2e5e6533bd9_0_3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2e5e6533bd9_0_3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2e5e6533bd9_0_3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b="1">
                <a:solidFill>
                  <a:schemeClr val="dk1"/>
                </a:solidFill>
              </a:rPr>
              <a:t>1980s: Rise of Databases and Data Warehousing</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Relational Databases:</a:t>
            </a:r>
            <a:r>
              <a:rPr lang="en">
                <a:solidFill>
                  <a:schemeClr val="dk1"/>
                </a:solidFill>
              </a:rPr>
              <a:t> Introduction of relational database management systems (RDBMS) like Oracle, IBM DB2, and SQL Server.</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1990s: Emergence of Data Mining (Pattern Recognition)</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Data Mining Algorithms:</a:t>
            </a:r>
            <a:r>
              <a:rPr lang="en">
                <a:solidFill>
                  <a:schemeClr val="dk1"/>
                </a:solidFill>
              </a:rPr>
              <a:t> Development of key algorithms like decision trees, clustering (e.g., K-means), and association rules (e.g., Apriori algorithm by Rakesh Agrawal).</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2000s: Big Data Era</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Large-Scale Data Support</a:t>
            </a:r>
            <a:endParaRPr b="1">
              <a:solidFill>
                <a:schemeClr val="dk1"/>
              </a:solidFill>
            </a:endParaRPr>
          </a:p>
          <a:p>
            <a:pPr marL="914400" lvl="1" indent="-298450" algn="l" rtl="0">
              <a:lnSpc>
                <a:spcPct val="115000"/>
              </a:lnSpc>
              <a:spcBef>
                <a:spcPts val="0"/>
              </a:spcBef>
              <a:spcAft>
                <a:spcPts val="0"/>
              </a:spcAft>
              <a:buClr>
                <a:schemeClr val="dk1"/>
              </a:buClr>
              <a:buSzPts val="1100"/>
              <a:buAutoNum type="alphaLcPeriod"/>
            </a:pPr>
            <a:r>
              <a:rPr lang="en" b="1">
                <a:solidFill>
                  <a:schemeClr val="dk1"/>
                </a:solidFill>
              </a:rPr>
              <a:t>Google's MapReduce:</a:t>
            </a:r>
            <a:r>
              <a:rPr lang="en">
                <a:solidFill>
                  <a:schemeClr val="dk1"/>
                </a:solidFill>
              </a:rPr>
              <a:t> Introduction of the MapReduce programming model by Google, enabling large-scale data processing.</a:t>
            </a:r>
            <a:endParaRPr>
              <a:solidFill>
                <a:schemeClr val="dk1"/>
              </a:solidFill>
            </a:endParaRPr>
          </a:p>
          <a:p>
            <a:pPr marL="914400" lvl="1" indent="-298450" algn="l" rtl="0">
              <a:lnSpc>
                <a:spcPct val="115000"/>
              </a:lnSpc>
              <a:spcBef>
                <a:spcPts val="0"/>
              </a:spcBef>
              <a:spcAft>
                <a:spcPts val="0"/>
              </a:spcAft>
              <a:buClr>
                <a:schemeClr val="dk1"/>
              </a:buClr>
              <a:buSzPts val="1100"/>
              <a:buAutoNum type="alphaLcPeriod"/>
            </a:pPr>
            <a:r>
              <a:rPr lang="en" b="1">
                <a:solidFill>
                  <a:schemeClr val="dk1"/>
                </a:solidFill>
              </a:rPr>
              <a:t>Apache Hadoop:</a:t>
            </a:r>
            <a:r>
              <a:rPr lang="en">
                <a:solidFill>
                  <a:schemeClr val="dk1"/>
                </a:solidFill>
              </a:rPr>
              <a:t> Development of Hadoop, an open-source framework for distributed storage and processing of large data sets.</a:t>
            </a:r>
            <a:endParaRPr>
              <a:solidFill>
                <a:schemeClr val="dk1"/>
              </a:solidFill>
            </a:endParaRPr>
          </a:p>
          <a:p>
            <a:pPr marL="914400" lvl="1" indent="-298450" algn="l" rtl="0">
              <a:lnSpc>
                <a:spcPct val="115000"/>
              </a:lnSpc>
              <a:spcBef>
                <a:spcPts val="0"/>
              </a:spcBef>
              <a:spcAft>
                <a:spcPts val="0"/>
              </a:spcAft>
              <a:buClr>
                <a:schemeClr val="dk1"/>
              </a:buClr>
              <a:buSzPts val="1100"/>
              <a:buAutoNum type="alphaLcPeriod"/>
            </a:pPr>
            <a:r>
              <a:rPr lang="en" b="1">
                <a:solidFill>
                  <a:schemeClr val="dk1"/>
                </a:solidFill>
              </a:rPr>
              <a:t>NoSQL Databases:</a:t>
            </a:r>
            <a:r>
              <a:rPr lang="en">
                <a:solidFill>
                  <a:schemeClr val="dk1"/>
                </a:solidFill>
              </a:rPr>
              <a:t> Emergence of NoSQL databases (e.g., Cassandra, MongoDB) to handle unstructured and semi-structured data.</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2010s: Machine Learning and AI</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Data Science Breakthroughs:</a:t>
            </a:r>
            <a:r>
              <a:rPr lang="en">
                <a:solidFill>
                  <a:schemeClr val="dk1"/>
                </a:solidFill>
              </a:rPr>
              <a:t> Deep Learning (CNNs and RNNs) and Rise of Data Science Platforms (Jupyter, Tensorflow, sci-kit learning)</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2020s: Modern Data Science</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b="1">
                <a:solidFill>
                  <a:schemeClr val="dk1"/>
                </a:solidFill>
              </a:rPr>
              <a:t>Gen AI and Ethics: </a:t>
            </a:r>
            <a:r>
              <a:rPr lang="en">
                <a:solidFill>
                  <a:schemeClr val="dk1"/>
                </a:solidFill>
              </a:rPr>
              <a:t>Race for Generative AI technologies/capabilities and increased tension for use and integration.</a:t>
            </a:r>
            <a:endParaRPr>
              <a:solidFill>
                <a:schemeClr val="dk1"/>
              </a:solidFill>
            </a:endParaRPr>
          </a:p>
          <a:p>
            <a:pPr marL="0" lvl="0" indent="0" algn="l" rtl="0">
              <a:spcBef>
                <a:spcPts val="120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2e5e6533bd9_0_4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2e5e6533bd9_0_4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chemeClr val="dk1"/>
                </a:solidFill>
              </a:rPr>
              <a:t>Satellite Image Analysis:</a:t>
            </a:r>
            <a:r>
              <a:rPr lang="en">
                <a:solidFill>
                  <a:schemeClr val="dk1"/>
                </a:solidFill>
              </a:rPr>
              <a:t> Detect changes in terrain, identify new construction activities, and monitor movement of vehicles and aircraft. By automating the analysis, we can reduce the time required to interpret vast amounts of satellite data, enabling quicker intelligence dissemination.</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b="1">
                <a:solidFill>
                  <a:schemeClr val="dk1"/>
                </a:solidFill>
              </a:rPr>
              <a:t>Predictive Analytics for Threat Assessment:</a:t>
            </a:r>
            <a:r>
              <a:rPr lang="en">
                <a:solidFill>
                  <a:schemeClr val="dk1"/>
                </a:solidFill>
              </a:rPr>
              <a:t> Forecast potential threats based on historical data and current trends. For example, machine learning models analyze patterns of past air and space activities to predict future actions by adversaries. This allows anticipation and mitigation threats before they materialize.</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b="1">
                <a:solidFill>
                  <a:schemeClr val="dk1"/>
                </a:solidFill>
              </a:rPr>
              <a:t>Natural Language Processing (NLP):</a:t>
            </a:r>
            <a:r>
              <a:rPr lang="en">
                <a:solidFill>
                  <a:schemeClr val="dk1"/>
                </a:solidFill>
              </a:rPr>
              <a:t> Process and analyze unstructured data from intelligence reports, news articles, and social media. NLP algorithms extract relevant information, identify key entities, and detect sentiment, providing analysts with insights into emerging threats and geopolitical developments.</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b="1">
                <a:solidFill>
                  <a:schemeClr val="dk1"/>
                </a:solidFill>
              </a:rPr>
              <a:t>Cyber Intelligence:</a:t>
            </a:r>
            <a:r>
              <a:rPr lang="en">
                <a:solidFill>
                  <a:schemeClr val="dk1"/>
                </a:solidFill>
              </a:rPr>
              <a:t> Analyzing network traffic, identifying anomalies, and detecting patterns indicative of cyber-attacks to protect critical infrastructure and respond to cyber threats more effectively. Machine learning models help in identifying malware, phishing attempts, and other cyber threats in real-time.</a:t>
            </a:r>
            <a:endParaRPr>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273b52dc385_0_7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273b52dc385_0_7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g273b52dc385_0_7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273b52dc385_0_7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Define Objectives:</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Clearly articulate the business problem or research question.</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Identify key stakeholders and their expectations.</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Scope the Project:</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Determine the scope and boundaries of the project.</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Set realistic timelines and resource allocations.</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Identify Key Metrics:</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Establish success criteria and key performance indicators (KPIs).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Determine how success will be measured and monitored.</a:t>
            </a:r>
            <a:endParaRPr>
              <a:solidFill>
                <a:schemeClr val="dk1"/>
              </a:solidFill>
            </a:endParaRPr>
          </a:p>
          <a:p>
            <a:pPr marL="0" lvl="0" indent="0" algn="l" rtl="0">
              <a:spcBef>
                <a:spcPts val="120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g273b52dc385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0" name="Google Shape;420;g273b52dc385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Data Sourcing:</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Determine relevant data sources (databases, APIs, web scraping, etc.).</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Assess the availability and quality of data.</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Data Cleaning:</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Handle missing values, outliers, and inconsistencies.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Ensure data accuracy and completeness.</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Data Transformation:</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Converting data into a suitable format or structure for data analysis </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Normalize and standardize data.</a:t>
            </a:r>
            <a:endParaRPr>
              <a:solidFill>
                <a:schemeClr val="dk1"/>
              </a:solidFill>
            </a:endParaRPr>
          </a:p>
          <a:p>
            <a:pPr marL="457200" lvl="0" indent="0" algn="l" rtl="0">
              <a:lnSpc>
                <a:spcPct val="115000"/>
              </a:lnSpc>
              <a:spcBef>
                <a:spcPts val="1200"/>
              </a:spcBef>
              <a:spcAft>
                <a:spcPts val="0"/>
              </a:spcAft>
              <a:buNone/>
            </a:pPr>
            <a:endParaRPr>
              <a:solidFill>
                <a:schemeClr val="dk1"/>
              </a:solidFill>
            </a:endParaRPr>
          </a:p>
          <a:p>
            <a:pPr marL="0" lvl="0" indent="0" algn="l" rtl="0">
              <a:lnSpc>
                <a:spcPct val="115000"/>
              </a:lnSpc>
              <a:spcBef>
                <a:spcPts val="1200"/>
              </a:spcBef>
              <a:spcAft>
                <a:spcPts val="1200"/>
              </a:spcAft>
              <a:buNone/>
            </a:pPr>
            <a:endParaRPr>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273b52dc385_0_8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273b52dc385_0_8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Descriptive Statistics:</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Summarize data using mean, median, mode, standard deviation, etc.</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Understand data distributions and central tendencies.</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Data Visualization:</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Create plots and charts to visualize data distributions and relationships.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Use histograms, scatter plots, box plots, etc., for insights.</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Correlation Analysis:</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Assess relationships between different variables.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Use correlation matrices and scatter plots to identify patterns.</a:t>
            </a:r>
            <a:endParaRPr>
              <a:solidFill>
                <a:schemeClr val="dk1"/>
              </a:solidFill>
            </a:endParaRPr>
          </a:p>
          <a:p>
            <a:pPr marL="0" lvl="0" indent="0" algn="l" rtl="0">
              <a:spcBef>
                <a:spcPts val="1200"/>
              </a:spcBef>
              <a:spcAft>
                <a:spcPts val="0"/>
              </a:spcAft>
              <a:buNone/>
            </a:pPr>
            <a:endParaRPr b="1">
              <a:solidFill>
                <a:schemeClr val="dk1"/>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273b52dc385_0_8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273b52dc385_0_8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Algorithm Selection:</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Choose appropriate machine learning algorithms based on the problem.</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Consider factors like model complexity, interpretability, and performance.</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Model Training:</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Train models on the prepared data.</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Use cross-validation and other techniques to ensure robust training.</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Parameter Tuning:</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Optimize model parameters for better performance.</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Use techniques like grid search, random search, or Bayesian optimization.</a:t>
            </a:r>
            <a:endParaRPr>
              <a:solidFill>
                <a:schemeClr val="dk1"/>
              </a:solidFill>
            </a:endParaRPr>
          </a:p>
          <a:p>
            <a:pPr marL="0" lvl="0" indent="0" algn="l" rtl="0">
              <a:lnSpc>
                <a:spcPct val="115000"/>
              </a:lnSpc>
              <a:spcBef>
                <a:spcPts val="1200"/>
              </a:spcBef>
              <a:spcAft>
                <a:spcPts val="0"/>
              </a:spcAft>
              <a:buNone/>
            </a:pPr>
            <a:endParaRPr b="1">
              <a:solidFill>
                <a:schemeClr val="dk1"/>
              </a:solidFill>
            </a:endParaRPr>
          </a:p>
          <a:p>
            <a:pPr marL="0" lvl="0" indent="0" algn="l" rtl="0">
              <a:spcBef>
                <a:spcPts val="1200"/>
              </a:spcBef>
              <a:spcAft>
                <a:spcPts val="0"/>
              </a:spcAft>
              <a:buNone/>
            </a:pPr>
            <a:endParaRPr b="1">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73b52dc385_0_8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73b52dc385_0_8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Performance Metrics:</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Evaluate models using metrics like accuracy, precision, recall, F1 score, etc.</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Choose metrics that align with business objectives.</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Compare Models:</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Compare performance of different models and algorithms.</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Select the best-performing model based on evaluation criteria.</a:t>
            </a:r>
            <a:endParaRPr>
              <a:solidFill>
                <a:schemeClr val="dk1"/>
              </a:solidFill>
            </a:endParaRPr>
          </a:p>
          <a:p>
            <a:pPr marL="0" lvl="0" indent="0" algn="l" rtl="0">
              <a:lnSpc>
                <a:spcPct val="115000"/>
              </a:lnSpc>
              <a:spcBef>
                <a:spcPts val="1200"/>
              </a:spcBef>
              <a:spcAft>
                <a:spcPts val="0"/>
              </a:spcAft>
              <a:buNone/>
            </a:pPr>
            <a:r>
              <a:rPr lang="en" b="1">
                <a:solidFill>
                  <a:schemeClr val="dk1"/>
                </a:solidFill>
              </a:rPr>
              <a:t>Error Analysis:</a:t>
            </a:r>
            <a:endParaRPr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Analyze model errors and identify areas for improvement.</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Understand where and why the model is making incorrect predictions.</a:t>
            </a:r>
            <a:endParaRPr>
              <a:solidFill>
                <a:schemeClr val="dk1"/>
              </a:solidFill>
            </a:endParaRPr>
          </a:p>
          <a:p>
            <a:pPr marL="0" lvl="0" indent="0" algn="l" rtl="0">
              <a:spcBef>
                <a:spcPts val="1200"/>
              </a:spcBef>
              <a:spcAft>
                <a:spcPts val="0"/>
              </a:spcAft>
              <a:buNone/>
            </a:pPr>
            <a:endParaRPr b="1">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73b52dc385_0_7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73b52dc385_0_7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200" b="1">
                <a:solidFill>
                  <a:srgbClr val="211C21"/>
                </a:solidFill>
                <a:latin typeface="Hanken Grotesk"/>
                <a:ea typeface="Hanken Grotesk"/>
                <a:cs typeface="Hanken Grotesk"/>
                <a:sym typeface="Hanken Grotesk"/>
              </a:rPr>
              <a:t>Implementation: </a:t>
            </a:r>
            <a:r>
              <a:rPr lang="en" sz="1200">
                <a:solidFill>
                  <a:srgbClr val="211C21"/>
                </a:solidFill>
                <a:latin typeface="Hanken Grotesk"/>
                <a:ea typeface="Hanken Grotesk"/>
                <a:cs typeface="Hanken Grotesk"/>
                <a:sym typeface="Hanken Grotesk"/>
              </a:rPr>
              <a:t>Deploy model into production environment and integrate with existing systems</a:t>
            </a:r>
            <a:endParaRPr sz="1200">
              <a:solidFill>
                <a:srgbClr val="211C21"/>
              </a:solidFill>
              <a:latin typeface="Hanken Grotesk"/>
              <a:ea typeface="Hanken Grotesk"/>
              <a:cs typeface="Hanken Grotesk"/>
              <a:sym typeface="Hanken Grotesk"/>
            </a:endParaRPr>
          </a:p>
          <a:p>
            <a:pPr marL="0" lvl="0" indent="0" algn="l" rtl="0">
              <a:lnSpc>
                <a:spcPct val="150000"/>
              </a:lnSpc>
              <a:spcBef>
                <a:spcPts val="1000"/>
              </a:spcBef>
              <a:spcAft>
                <a:spcPts val="0"/>
              </a:spcAft>
              <a:buNone/>
            </a:pPr>
            <a:r>
              <a:rPr lang="en" sz="1200" b="1">
                <a:solidFill>
                  <a:srgbClr val="211C21"/>
                </a:solidFill>
                <a:latin typeface="Hanken Grotesk"/>
                <a:ea typeface="Hanken Grotesk"/>
                <a:cs typeface="Hanken Grotesk"/>
                <a:sym typeface="Hanken Grotesk"/>
              </a:rPr>
              <a:t>Monitoring: </a:t>
            </a:r>
            <a:r>
              <a:rPr lang="en" sz="1200">
                <a:solidFill>
                  <a:srgbClr val="211C21"/>
                </a:solidFill>
                <a:latin typeface="Hanken Grotesk"/>
                <a:ea typeface="Hanken Grotesk"/>
                <a:cs typeface="Hanken Grotesk"/>
                <a:sym typeface="Hanken Grotesk"/>
              </a:rPr>
              <a:t>Continuously model performance in real world</a:t>
            </a:r>
            <a:endParaRPr sz="1200">
              <a:solidFill>
                <a:srgbClr val="211C21"/>
              </a:solidFill>
              <a:latin typeface="Hanken Grotesk"/>
              <a:ea typeface="Hanken Grotesk"/>
              <a:cs typeface="Hanken Grotesk"/>
              <a:sym typeface="Hanken Grotesk"/>
            </a:endParaRPr>
          </a:p>
          <a:p>
            <a:pPr marL="0" lvl="0" indent="0" algn="l" rtl="0">
              <a:lnSpc>
                <a:spcPct val="150000"/>
              </a:lnSpc>
              <a:spcBef>
                <a:spcPts val="1000"/>
              </a:spcBef>
              <a:spcAft>
                <a:spcPts val="0"/>
              </a:spcAft>
              <a:buNone/>
            </a:pPr>
            <a:endParaRPr sz="1200">
              <a:solidFill>
                <a:srgbClr val="211C21"/>
              </a:solidFill>
              <a:latin typeface="Hanken Grotesk"/>
              <a:ea typeface="Hanken Grotesk"/>
              <a:cs typeface="Hanken Grotesk"/>
              <a:sym typeface="Hanken Grotesk"/>
            </a:endParaRPr>
          </a:p>
          <a:p>
            <a:pPr marL="0" lvl="0" indent="0" algn="l" rtl="0">
              <a:lnSpc>
                <a:spcPct val="150000"/>
              </a:lnSpc>
              <a:spcBef>
                <a:spcPts val="1000"/>
              </a:spcBef>
              <a:spcAft>
                <a:spcPts val="1000"/>
              </a:spcAft>
              <a:buClr>
                <a:schemeClr val="dk1"/>
              </a:buClr>
              <a:buSzPts val="1100"/>
              <a:buFont typeface="Arial"/>
              <a:buNone/>
            </a:pPr>
            <a:r>
              <a:rPr lang="en" sz="1200">
                <a:solidFill>
                  <a:srgbClr val="211C21"/>
                </a:solidFill>
                <a:latin typeface="Hanken Grotesk"/>
                <a:ea typeface="Hanken Grotesk"/>
                <a:cs typeface="Hanken Grotesk"/>
                <a:sym typeface="Hanken Grotesk"/>
              </a:rPr>
              <a:t>Successful deployment requires collaboration between data scientists, engineers, and stakeholders to meet business goals and compliance requirements.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g2e5e6533bd9_0_3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7" name="Google Shape;387;g2e5e6533bd9_0_3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0809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273b52dc385_0_9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73b52dc385_0_9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273b52dc385_0_8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273b52dc385_0_8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273b52dc385_0_9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273b52dc385_0_9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g273b52dc385_0_9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 name="Google Shape;491;g273b52dc385_0_9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273b52dc385_0_9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7" name="Google Shape;497;g273b52dc385_0_9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g273b52dc385_0_9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3" name="Google Shape;503;g273b52dc385_0_9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2e1275b531c_0_4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0" name="Google Shape;520;g2e1275b531c_0_4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2e1275b531c_0_4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4" name="Google Shape;534;g2e1275b531c_0_41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g2e1275b531c_0_4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1" name="Google Shape;541;g2e1275b531c_0_41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22"/>
        <p:cNvGrpSpPr/>
        <p:nvPr/>
      </p:nvGrpSpPr>
      <p:grpSpPr>
        <a:xfrm>
          <a:off x="0" y="0"/>
          <a:ext cx="0" cy="0"/>
          <a:chOff x="0" y="0"/>
          <a:chExt cx="0" cy="0"/>
        </a:xfrm>
      </p:grpSpPr>
      <p:grpSp>
        <p:nvGrpSpPr>
          <p:cNvPr id="23" name="Google Shape;23;p2"/>
          <p:cNvGrpSpPr/>
          <p:nvPr/>
        </p:nvGrpSpPr>
        <p:grpSpPr>
          <a:xfrm>
            <a:off x="0" y="0"/>
            <a:ext cx="9144009" cy="5143500"/>
            <a:chOff x="0" y="0"/>
            <a:chExt cx="12192011" cy="6858000"/>
          </a:xfrm>
        </p:grpSpPr>
        <p:sp>
          <p:nvSpPr>
            <p:cNvPr id="24" name="Google Shape;24;p2"/>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5" name="Google Shape;25;p2"/>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txBody>
            <a:bodyPr/>
            <a:lstStyle/>
            <a:p>
              <a:endParaRPr lang="en-US"/>
            </a:p>
          </p:txBody>
        </p:sp>
      </p:grpSp>
      <p:sp>
        <p:nvSpPr>
          <p:cNvPr id="26" name="Google Shape;26;p2"/>
          <p:cNvSpPr txBox="1">
            <a:spLocks noGrp="1"/>
          </p:cNvSpPr>
          <p:nvPr>
            <p:ph type="ctrTitle"/>
          </p:nvPr>
        </p:nvSpPr>
        <p:spPr>
          <a:xfrm>
            <a:off x="866216" y="1574800"/>
            <a:ext cx="6619200" cy="2008200"/>
          </a:xfrm>
          <a:prstGeom prst="rect">
            <a:avLst/>
          </a:prstGeom>
          <a:noFill/>
          <a:ln>
            <a:noFill/>
          </a:ln>
        </p:spPr>
        <p:txBody>
          <a:bodyPr spcFirstLastPara="1" wrap="square" lIns="68575" tIns="34275" rIns="68575" bIns="34275" anchor="b" anchorCtr="0">
            <a:noAutofit/>
          </a:bodyPr>
          <a:lstStyle>
            <a:lvl1pPr lvl="0" algn="l" rtl="0">
              <a:spcBef>
                <a:spcPts val="0"/>
              </a:spcBef>
              <a:spcAft>
                <a:spcPts val="0"/>
              </a:spcAft>
              <a:buClr>
                <a:schemeClr val="lt2"/>
              </a:buClr>
              <a:buSzPts val="4100"/>
              <a:buFont typeface="Century Gothic"/>
              <a:buNone/>
              <a:defRPr sz="4100"/>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7" name="Google Shape;27;p2"/>
          <p:cNvSpPr txBox="1">
            <a:spLocks noGrp="1"/>
          </p:cNvSpPr>
          <p:nvPr>
            <p:ph type="subTitle" idx="1"/>
          </p:nvPr>
        </p:nvSpPr>
        <p:spPr>
          <a:xfrm>
            <a:off x="866216" y="3583035"/>
            <a:ext cx="6619200" cy="645900"/>
          </a:xfrm>
          <a:prstGeom prst="rect">
            <a:avLst/>
          </a:prstGeom>
          <a:noFill/>
          <a:ln>
            <a:noFill/>
          </a:ln>
        </p:spPr>
        <p:txBody>
          <a:bodyPr spcFirstLastPara="1" wrap="square" lIns="68575" tIns="34275" rIns="68575" bIns="34275" anchor="t" anchorCtr="0">
            <a:normAutofit/>
          </a:bodyPr>
          <a:lstStyle>
            <a:lvl1pPr lvl="0" algn="l" rtl="0">
              <a:spcBef>
                <a:spcPts val="800"/>
              </a:spcBef>
              <a:spcAft>
                <a:spcPts val="0"/>
              </a:spcAft>
              <a:buSzPts val="1100"/>
              <a:buNone/>
              <a:defRPr cap="none">
                <a:solidFill>
                  <a:srgbClr val="EE52A4"/>
                </a:solidFill>
              </a:defRPr>
            </a:lvl1pPr>
            <a:lvl2pPr lvl="1" algn="ctr" rtl="0">
              <a:spcBef>
                <a:spcPts val="800"/>
              </a:spcBef>
              <a:spcAft>
                <a:spcPts val="0"/>
              </a:spcAft>
              <a:buSzPts val="1000"/>
              <a:buNone/>
              <a:defRPr>
                <a:solidFill>
                  <a:srgbClr val="888888"/>
                </a:solidFill>
              </a:defRPr>
            </a:lvl2pPr>
            <a:lvl3pPr lvl="2" algn="ctr" rtl="0">
              <a:spcBef>
                <a:spcPts val="800"/>
              </a:spcBef>
              <a:spcAft>
                <a:spcPts val="0"/>
              </a:spcAft>
              <a:buSzPts val="800"/>
              <a:buNone/>
              <a:defRPr>
                <a:solidFill>
                  <a:srgbClr val="888888"/>
                </a:solidFill>
              </a:defRPr>
            </a:lvl3pPr>
            <a:lvl4pPr lvl="3" algn="ctr" rtl="0">
              <a:spcBef>
                <a:spcPts val="800"/>
              </a:spcBef>
              <a:spcAft>
                <a:spcPts val="0"/>
              </a:spcAft>
              <a:buSzPts val="700"/>
              <a:buNone/>
              <a:defRPr>
                <a:solidFill>
                  <a:srgbClr val="888888"/>
                </a:solidFill>
              </a:defRPr>
            </a:lvl4pPr>
            <a:lvl5pPr lvl="4" algn="ctr" rtl="0">
              <a:spcBef>
                <a:spcPts val="800"/>
              </a:spcBef>
              <a:spcAft>
                <a:spcPts val="0"/>
              </a:spcAft>
              <a:buSzPts val="700"/>
              <a:buNone/>
              <a:defRPr>
                <a:solidFill>
                  <a:srgbClr val="888888"/>
                </a:solidFill>
              </a:defRPr>
            </a:lvl5pPr>
            <a:lvl6pPr lvl="5" algn="ctr" rtl="0">
              <a:spcBef>
                <a:spcPts val="800"/>
              </a:spcBef>
              <a:spcAft>
                <a:spcPts val="0"/>
              </a:spcAft>
              <a:buSzPts val="700"/>
              <a:buNone/>
              <a:defRPr>
                <a:solidFill>
                  <a:srgbClr val="888888"/>
                </a:solidFill>
              </a:defRPr>
            </a:lvl6pPr>
            <a:lvl7pPr lvl="6" algn="ctr" rtl="0">
              <a:spcBef>
                <a:spcPts val="800"/>
              </a:spcBef>
              <a:spcAft>
                <a:spcPts val="0"/>
              </a:spcAft>
              <a:buSzPts val="700"/>
              <a:buNone/>
              <a:defRPr>
                <a:solidFill>
                  <a:srgbClr val="888888"/>
                </a:solidFill>
              </a:defRPr>
            </a:lvl7pPr>
            <a:lvl8pPr lvl="7" algn="ctr" rtl="0">
              <a:spcBef>
                <a:spcPts val="800"/>
              </a:spcBef>
              <a:spcAft>
                <a:spcPts val="0"/>
              </a:spcAft>
              <a:buSzPts val="700"/>
              <a:buNone/>
              <a:defRPr>
                <a:solidFill>
                  <a:srgbClr val="888888"/>
                </a:solidFill>
              </a:defRPr>
            </a:lvl8pPr>
            <a:lvl9pPr lvl="8" algn="ctr" rtl="0">
              <a:spcBef>
                <a:spcPts val="800"/>
              </a:spcBef>
              <a:spcAft>
                <a:spcPts val="0"/>
              </a:spcAft>
              <a:buSzPts val="700"/>
              <a:buNone/>
              <a:defRPr>
                <a:solidFill>
                  <a:srgbClr val="888888"/>
                </a:solidFill>
              </a:defRPr>
            </a:lvl9pPr>
          </a:lstStyle>
          <a:p>
            <a:endParaRPr/>
          </a:p>
        </p:txBody>
      </p:sp>
      <p:sp>
        <p:nvSpPr>
          <p:cNvPr id="28" name="Google Shape;28;p2"/>
          <p:cNvSpPr txBox="1">
            <a:spLocks noGrp="1"/>
          </p:cNvSpPr>
          <p:nvPr>
            <p:ph type="dt" idx="10"/>
          </p:nvPr>
        </p:nvSpPr>
        <p:spPr>
          <a:xfrm rot="5400000">
            <a:off x="7619162" y="1344243"/>
            <a:ext cx="743100" cy="228600"/>
          </a:xfrm>
          <a:prstGeom prst="rect">
            <a:avLst/>
          </a:prstGeom>
          <a:noFill/>
          <a:ln>
            <a:noFill/>
          </a:ln>
        </p:spPr>
        <p:txBody>
          <a:bodyPr spcFirstLastPara="1" wrap="square" lIns="68575" tIns="34275" rIns="68575" bIns="34275" anchor="t" anchorCtr="0">
            <a:noAutofit/>
          </a:bodyPr>
          <a:lstStyle>
            <a:lvl1pPr lvl="0" algn="l" rtl="0">
              <a:spcBef>
                <a:spcPts val="0"/>
              </a:spcBef>
              <a:spcAft>
                <a:spcPts val="0"/>
              </a:spcAft>
              <a:buSzPts val="1100"/>
              <a:buNone/>
              <a:defRPr b="0" i="0">
                <a:solidFill>
                  <a:schemeClr val="lt1"/>
                </a:solidFill>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9" name="Google Shape;29;p2"/>
          <p:cNvSpPr txBox="1">
            <a:spLocks noGrp="1"/>
          </p:cNvSpPr>
          <p:nvPr>
            <p:ph type="ftr" idx="11"/>
          </p:nvPr>
        </p:nvSpPr>
        <p:spPr>
          <a:xfrm rot="5400000">
            <a:off x="6713906" y="2420951"/>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b="0" i="0">
                <a:solidFill>
                  <a:schemeClr val="lt1"/>
                </a:solidFill>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30" name="Google Shape;30;p2"/>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 name="Google Shape;31;p2"/>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2"/>
        <p:cNvGrpSpPr/>
        <p:nvPr/>
      </p:nvGrpSpPr>
      <p:grpSpPr>
        <a:xfrm>
          <a:off x="0" y="0"/>
          <a:ext cx="0" cy="0"/>
          <a:chOff x="0" y="0"/>
          <a:chExt cx="0" cy="0"/>
        </a:xfrm>
      </p:grpSpPr>
      <p:sp>
        <p:nvSpPr>
          <p:cNvPr id="33" name="Google Shape;33;p3"/>
          <p:cNvSpPr txBox="1">
            <a:spLocks noGrp="1"/>
          </p:cNvSpPr>
          <p:nvPr>
            <p:ph type="title"/>
          </p:nvPr>
        </p:nvSpPr>
        <p:spPr>
          <a:xfrm>
            <a:off x="866216" y="730251"/>
            <a:ext cx="6571200" cy="5304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14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34" name="Google Shape;34;p3"/>
          <p:cNvSpPr txBox="1">
            <a:spLocks noGrp="1"/>
          </p:cNvSpPr>
          <p:nvPr>
            <p:ph type="body" idx="1"/>
          </p:nvPr>
        </p:nvSpPr>
        <p:spPr>
          <a:xfrm>
            <a:off x="866216" y="1952625"/>
            <a:ext cx="6619200" cy="2562300"/>
          </a:xfrm>
          <a:prstGeom prst="rect">
            <a:avLst/>
          </a:prstGeom>
          <a:noFill/>
          <a:ln>
            <a:noFill/>
          </a:ln>
        </p:spPr>
        <p:txBody>
          <a:bodyPr spcFirstLastPara="1" wrap="square" lIns="68575" tIns="34275" rIns="68575" bIns="34275" anchor="t" anchorCtr="0">
            <a:normAutofit/>
          </a:bodyPr>
          <a:lstStyle>
            <a:lvl1pPr marL="457200" lvl="0" indent="-298450" algn="l" rtl="0">
              <a:spcBef>
                <a:spcPts val="800"/>
              </a:spcBef>
              <a:spcAft>
                <a:spcPts val="0"/>
              </a:spcAft>
              <a:buSzPts val="1100"/>
              <a:buChar char="►"/>
              <a:defRPr/>
            </a:lvl1pPr>
            <a:lvl2pPr marL="914400" lvl="1" indent="-298450" algn="l" rtl="0">
              <a:spcBef>
                <a:spcPts val="800"/>
              </a:spcBef>
              <a:spcAft>
                <a:spcPts val="0"/>
              </a:spcAft>
              <a:buSzPts val="1100"/>
              <a:buChar char="►"/>
              <a:defRPr/>
            </a:lvl2pPr>
            <a:lvl3pPr marL="1371600" lvl="2" indent="-298450" algn="l" rtl="0">
              <a:spcBef>
                <a:spcPts val="800"/>
              </a:spcBef>
              <a:spcAft>
                <a:spcPts val="0"/>
              </a:spcAft>
              <a:buSzPts val="1100"/>
              <a:buChar char="►"/>
              <a:defRPr/>
            </a:lvl3pPr>
            <a:lvl4pPr marL="1828800" lvl="3" indent="-298450" algn="l" rtl="0">
              <a:spcBef>
                <a:spcPts val="800"/>
              </a:spcBef>
              <a:spcAft>
                <a:spcPts val="0"/>
              </a:spcAft>
              <a:buSzPts val="1100"/>
              <a:buChar char="►"/>
              <a:defRPr/>
            </a:lvl4pPr>
            <a:lvl5pPr marL="2286000" lvl="4" indent="-298450" algn="l" rtl="0">
              <a:spcBef>
                <a:spcPts val="800"/>
              </a:spcBef>
              <a:spcAft>
                <a:spcPts val="0"/>
              </a:spcAft>
              <a:buSzPts val="1100"/>
              <a:buChar char="►"/>
              <a:defRPr/>
            </a:lvl5pPr>
            <a:lvl6pPr marL="2743200" lvl="5" indent="-298450" algn="l" rtl="0">
              <a:spcBef>
                <a:spcPts val="800"/>
              </a:spcBef>
              <a:spcAft>
                <a:spcPts val="0"/>
              </a:spcAft>
              <a:buSzPts val="1100"/>
              <a:buChar char="►"/>
              <a:defRPr/>
            </a:lvl6pPr>
            <a:lvl7pPr marL="3200400" lvl="6" indent="-298450" algn="l" rtl="0">
              <a:spcBef>
                <a:spcPts val="800"/>
              </a:spcBef>
              <a:spcAft>
                <a:spcPts val="0"/>
              </a:spcAft>
              <a:buSzPts val="1100"/>
              <a:buChar char="►"/>
              <a:defRPr/>
            </a:lvl7pPr>
            <a:lvl8pPr marL="3657600" lvl="7" indent="-298450" algn="l" rtl="0">
              <a:spcBef>
                <a:spcPts val="800"/>
              </a:spcBef>
              <a:spcAft>
                <a:spcPts val="0"/>
              </a:spcAft>
              <a:buSzPts val="1100"/>
              <a:buChar char="►"/>
              <a:defRPr/>
            </a:lvl8pPr>
            <a:lvl9pPr marL="4114800" lvl="8" indent="-298450" algn="l" rtl="0">
              <a:spcBef>
                <a:spcPts val="800"/>
              </a:spcBef>
              <a:spcAft>
                <a:spcPts val="0"/>
              </a:spcAft>
              <a:buSzPts val="1100"/>
              <a:buChar char="►"/>
              <a:defRPr/>
            </a:lvl9pPr>
          </a:lstStyle>
          <a:p>
            <a:endParaRPr/>
          </a:p>
        </p:txBody>
      </p:sp>
      <p:sp>
        <p:nvSpPr>
          <p:cNvPr id="35" name="Google Shape;35;p3"/>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36" name="Google Shape;36;p3"/>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37" name="Google Shape;37;p3"/>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Section Header" type="secHead">
  <p:cSld name="SECTION_HEADER">
    <p:spTree>
      <p:nvGrpSpPr>
        <p:cNvPr id="1" name="Shape 38"/>
        <p:cNvGrpSpPr/>
        <p:nvPr/>
      </p:nvGrpSpPr>
      <p:grpSpPr>
        <a:xfrm>
          <a:off x="0" y="0"/>
          <a:ext cx="0" cy="0"/>
          <a:chOff x="0" y="0"/>
          <a:chExt cx="0" cy="0"/>
        </a:xfrm>
      </p:grpSpPr>
      <p:grpSp>
        <p:nvGrpSpPr>
          <p:cNvPr id="39" name="Google Shape;39;p4"/>
          <p:cNvGrpSpPr/>
          <p:nvPr/>
        </p:nvGrpSpPr>
        <p:grpSpPr>
          <a:xfrm>
            <a:off x="0" y="0"/>
            <a:ext cx="9144009" cy="5143500"/>
            <a:chOff x="0" y="0"/>
            <a:chExt cx="12192011" cy="6858000"/>
          </a:xfrm>
        </p:grpSpPr>
        <p:sp>
          <p:nvSpPr>
            <p:cNvPr id="40" name="Google Shape;40;p4"/>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41" name="Google Shape;41;p4"/>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42" name="Google Shape;42;p4"/>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43" name="Google Shape;43;p4"/>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44" name="Google Shape;44;p4"/>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45" name="Google Shape;45;p4"/>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46" name="Google Shape;46;p4"/>
            <p:cNvSpPr/>
            <p:nvPr/>
          </p:nvSpPr>
          <p:spPr>
            <a:xfrm>
              <a:off x="7289800" y="402165"/>
              <a:ext cx="4479000" cy="6053700"/>
            </a:xfrm>
            <a:prstGeom prst="rect">
              <a:avLst/>
            </a:prstGeom>
            <a:solidFill>
              <a:schemeClr val="l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47" name="Google Shape;47;p4"/>
            <p:cNvSpPr/>
            <p:nvPr/>
          </p:nvSpPr>
          <p:spPr>
            <a:xfrm rot="-5400000">
              <a:off x="3787243" y="2801718"/>
              <a:ext cx="6053675" cy="1254560"/>
            </a:xfrm>
            <a:custGeom>
              <a:avLst/>
              <a:gdLst/>
              <a:ahLst/>
              <a:cxnLst/>
              <a:rect l="l" t="t" r="r" b="b"/>
              <a:pathLst>
                <a:path w="10000" h="8000" extrusionOk="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lt1"/>
            </a:solidFill>
            <a:ln>
              <a:noFill/>
            </a:ln>
          </p:spPr>
        </p:sp>
        <p:sp>
          <p:nvSpPr>
            <p:cNvPr id="48" name="Google Shape;48;p4"/>
            <p:cNvSpPr/>
            <p:nvPr/>
          </p:nvSpPr>
          <p:spPr>
            <a:xfrm rot="-5677505">
              <a:off x="4698346" y="1826074"/>
              <a:ext cx="3299419" cy="44092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49" name="Google Shape;49;p4"/>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sp>
      </p:grpSp>
      <p:sp>
        <p:nvSpPr>
          <p:cNvPr id="50" name="Google Shape;50;p4"/>
          <p:cNvSpPr txBox="1">
            <a:spLocks noGrp="1"/>
          </p:cNvSpPr>
          <p:nvPr>
            <p:ph type="title"/>
          </p:nvPr>
        </p:nvSpPr>
        <p:spPr>
          <a:xfrm>
            <a:off x="866216" y="2008234"/>
            <a:ext cx="3263100" cy="17130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3000"/>
              <a:buFont typeface="Century Gothic"/>
              <a:buNone/>
              <a:defRPr sz="3000" b="0" cap="none"/>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51" name="Google Shape;51;p4"/>
          <p:cNvSpPr txBox="1">
            <a:spLocks noGrp="1"/>
          </p:cNvSpPr>
          <p:nvPr>
            <p:ph type="body" idx="1"/>
          </p:nvPr>
        </p:nvSpPr>
        <p:spPr>
          <a:xfrm>
            <a:off x="5171670" y="2008233"/>
            <a:ext cx="2818200" cy="1713000"/>
          </a:xfrm>
          <a:prstGeom prst="rect">
            <a:avLst/>
          </a:prstGeom>
          <a:noFill/>
          <a:ln>
            <a:noFill/>
          </a:ln>
        </p:spPr>
        <p:txBody>
          <a:bodyPr spcFirstLastPara="1" wrap="square" lIns="68575" tIns="34275" rIns="68575" bIns="34275" anchor="ctr" anchorCtr="0">
            <a:normAutofit/>
          </a:bodyPr>
          <a:lstStyle>
            <a:lvl1pPr marL="457200" lvl="0" indent="-228600" algn="l" rtl="0">
              <a:spcBef>
                <a:spcPts val="800"/>
              </a:spcBef>
              <a:spcAft>
                <a:spcPts val="0"/>
              </a:spcAft>
              <a:buSzPts val="1200"/>
              <a:buNone/>
              <a:defRPr sz="1500" cap="none">
                <a:solidFill>
                  <a:srgbClr val="EE52A4"/>
                </a:solidFill>
              </a:defRPr>
            </a:lvl1pPr>
            <a:lvl2pPr marL="914400" lvl="1" indent="-228600" algn="l" rtl="0">
              <a:spcBef>
                <a:spcPts val="800"/>
              </a:spcBef>
              <a:spcAft>
                <a:spcPts val="0"/>
              </a:spcAft>
              <a:buSzPts val="1100"/>
              <a:buNone/>
              <a:defRPr sz="1400">
                <a:solidFill>
                  <a:srgbClr val="888888"/>
                </a:solidFill>
              </a:defRPr>
            </a:lvl2pPr>
            <a:lvl3pPr marL="1371600" lvl="2" indent="-228600" algn="l" rtl="0">
              <a:spcBef>
                <a:spcPts val="800"/>
              </a:spcBef>
              <a:spcAft>
                <a:spcPts val="0"/>
              </a:spcAft>
              <a:buSzPts val="1000"/>
              <a:buNone/>
              <a:defRPr sz="1200">
                <a:solidFill>
                  <a:srgbClr val="888888"/>
                </a:solidFill>
              </a:defRPr>
            </a:lvl3pPr>
            <a:lvl4pPr marL="1828800" lvl="3" indent="-228600" algn="l" rtl="0">
              <a:spcBef>
                <a:spcPts val="800"/>
              </a:spcBef>
              <a:spcAft>
                <a:spcPts val="0"/>
              </a:spcAft>
              <a:buSzPts val="800"/>
              <a:buNone/>
              <a:defRPr sz="1100">
                <a:solidFill>
                  <a:srgbClr val="888888"/>
                </a:solidFill>
              </a:defRPr>
            </a:lvl4pPr>
            <a:lvl5pPr marL="2286000" lvl="4" indent="-228600" algn="l" rtl="0">
              <a:spcBef>
                <a:spcPts val="800"/>
              </a:spcBef>
              <a:spcAft>
                <a:spcPts val="0"/>
              </a:spcAft>
              <a:buSzPts val="800"/>
              <a:buNone/>
              <a:defRPr sz="1100">
                <a:solidFill>
                  <a:srgbClr val="888888"/>
                </a:solidFill>
              </a:defRPr>
            </a:lvl5pPr>
            <a:lvl6pPr marL="2743200" lvl="5" indent="-228600" algn="l" rtl="0">
              <a:spcBef>
                <a:spcPts val="800"/>
              </a:spcBef>
              <a:spcAft>
                <a:spcPts val="0"/>
              </a:spcAft>
              <a:buSzPts val="800"/>
              <a:buNone/>
              <a:defRPr sz="1100">
                <a:solidFill>
                  <a:srgbClr val="888888"/>
                </a:solidFill>
              </a:defRPr>
            </a:lvl6pPr>
            <a:lvl7pPr marL="3200400" lvl="6" indent="-228600" algn="l" rtl="0">
              <a:spcBef>
                <a:spcPts val="800"/>
              </a:spcBef>
              <a:spcAft>
                <a:spcPts val="0"/>
              </a:spcAft>
              <a:buSzPts val="800"/>
              <a:buNone/>
              <a:defRPr sz="1100">
                <a:solidFill>
                  <a:srgbClr val="888888"/>
                </a:solidFill>
              </a:defRPr>
            </a:lvl7pPr>
            <a:lvl8pPr marL="3657600" lvl="7" indent="-228600" algn="l" rtl="0">
              <a:spcBef>
                <a:spcPts val="800"/>
              </a:spcBef>
              <a:spcAft>
                <a:spcPts val="0"/>
              </a:spcAft>
              <a:buSzPts val="800"/>
              <a:buNone/>
              <a:defRPr sz="1100">
                <a:solidFill>
                  <a:srgbClr val="888888"/>
                </a:solidFill>
              </a:defRPr>
            </a:lvl8pPr>
            <a:lvl9pPr marL="4114800" lvl="8" indent="-228600" algn="l" rtl="0">
              <a:spcBef>
                <a:spcPts val="800"/>
              </a:spcBef>
              <a:spcAft>
                <a:spcPts val="0"/>
              </a:spcAft>
              <a:buSzPts val="800"/>
              <a:buNone/>
              <a:defRPr sz="1100">
                <a:solidFill>
                  <a:srgbClr val="888888"/>
                </a:solidFill>
              </a:defRPr>
            </a:lvl9pPr>
          </a:lstStyle>
          <a:p>
            <a:endParaRPr/>
          </a:p>
        </p:txBody>
      </p:sp>
      <p:sp>
        <p:nvSpPr>
          <p:cNvPr id="52" name="Google Shape;52;p4"/>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53" name="Google Shape;53;p4"/>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54" name="Google Shape;54;p4"/>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5" name="Google Shape;55;p4"/>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6"/>
        <p:cNvGrpSpPr/>
        <p:nvPr/>
      </p:nvGrpSpPr>
      <p:grpSpPr>
        <a:xfrm>
          <a:off x="0" y="0"/>
          <a:ext cx="0" cy="0"/>
          <a:chOff x="0" y="0"/>
          <a:chExt cx="0" cy="0"/>
        </a:xfrm>
      </p:grpSpPr>
      <p:sp>
        <p:nvSpPr>
          <p:cNvPr id="57" name="Google Shape;57;p5"/>
          <p:cNvSpPr txBox="1">
            <a:spLocks noGrp="1"/>
          </p:cNvSpPr>
          <p:nvPr>
            <p:ph type="title"/>
          </p:nvPr>
        </p:nvSpPr>
        <p:spPr>
          <a:xfrm>
            <a:off x="866216" y="730251"/>
            <a:ext cx="6571200" cy="5304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14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58" name="Google Shape;58;p5"/>
          <p:cNvSpPr txBox="1">
            <a:spLocks noGrp="1"/>
          </p:cNvSpPr>
          <p:nvPr>
            <p:ph type="body" idx="1"/>
          </p:nvPr>
        </p:nvSpPr>
        <p:spPr>
          <a:xfrm>
            <a:off x="866216" y="1952625"/>
            <a:ext cx="3618900" cy="2562300"/>
          </a:xfrm>
          <a:prstGeom prst="rect">
            <a:avLst/>
          </a:prstGeom>
          <a:noFill/>
          <a:ln>
            <a:noFill/>
          </a:ln>
        </p:spPr>
        <p:txBody>
          <a:bodyPr spcFirstLastPara="1" wrap="square" lIns="68575" tIns="34275" rIns="68575" bIns="34275" anchor="t" anchorCtr="0">
            <a:normAutofit/>
          </a:bodyPr>
          <a:lstStyle>
            <a:lvl1pPr marL="457200" lvl="0" indent="-298450" algn="l" rtl="0">
              <a:spcBef>
                <a:spcPts val="800"/>
              </a:spcBef>
              <a:spcAft>
                <a:spcPts val="0"/>
              </a:spcAft>
              <a:buSzPts val="1100"/>
              <a:buChar char="►"/>
              <a:defRPr/>
            </a:lvl1pPr>
            <a:lvl2pPr marL="914400" lvl="1" indent="-298450" algn="l" rtl="0">
              <a:spcBef>
                <a:spcPts val="800"/>
              </a:spcBef>
              <a:spcAft>
                <a:spcPts val="0"/>
              </a:spcAft>
              <a:buSzPts val="1100"/>
              <a:buChar char="►"/>
              <a:defRPr/>
            </a:lvl2pPr>
            <a:lvl3pPr marL="1371600" lvl="2" indent="-298450" algn="l" rtl="0">
              <a:spcBef>
                <a:spcPts val="800"/>
              </a:spcBef>
              <a:spcAft>
                <a:spcPts val="0"/>
              </a:spcAft>
              <a:buSzPts val="1100"/>
              <a:buChar char="►"/>
              <a:defRPr/>
            </a:lvl3pPr>
            <a:lvl4pPr marL="1828800" lvl="3" indent="-298450" algn="l" rtl="0">
              <a:spcBef>
                <a:spcPts val="800"/>
              </a:spcBef>
              <a:spcAft>
                <a:spcPts val="0"/>
              </a:spcAft>
              <a:buSzPts val="1100"/>
              <a:buChar char="►"/>
              <a:defRPr/>
            </a:lvl4pPr>
            <a:lvl5pPr marL="2286000" lvl="4" indent="-298450" algn="l" rtl="0">
              <a:spcBef>
                <a:spcPts val="800"/>
              </a:spcBef>
              <a:spcAft>
                <a:spcPts val="0"/>
              </a:spcAft>
              <a:buSzPts val="1100"/>
              <a:buChar char="►"/>
              <a:defRPr/>
            </a:lvl5pPr>
            <a:lvl6pPr marL="2743200" lvl="5" indent="-298450" algn="l" rtl="0">
              <a:spcBef>
                <a:spcPts val="800"/>
              </a:spcBef>
              <a:spcAft>
                <a:spcPts val="0"/>
              </a:spcAft>
              <a:buSzPts val="1100"/>
              <a:buChar char="►"/>
              <a:defRPr/>
            </a:lvl6pPr>
            <a:lvl7pPr marL="3200400" lvl="6" indent="-298450" algn="l" rtl="0">
              <a:spcBef>
                <a:spcPts val="800"/>
              </a:spcBef>
              <a:spcAft>
                <a:spcPts val="0"/>
              </a:spcAft>
              <a:buSzPts val="1100"/>
              <a:buChar char="►"/>
              <a:defRPr/>
            </a:lvl7pPr>
            <a:lvl8pPr marL="3657600" lvl="7" indent="-298450" algn="l" rtl="0">
              <a:spcBef>
                <a:spcPts val="800"/>
              </a:spcBef>
              <a:spcAft>
                <a:spcPts val="0"/>
              </a:spcAft>
              <a:buSzPts val="1100"/>
              <a:buChar char="►"/>
              <a:defRPr/>
            </a:lvl8pPr>
            <a:lvl9pPr marL="4114800" lvl="8" indent="-298450" algn="l" rtl="0">
              <a:spcBef>
                <a:spcPts val="800"/>
              </a:spcBef>
              <a:spcAft>
                <a:spcPts val="0"/>
              </a:spcAft>
              <a:buSzPts val="1100"/>
              <a:buChar char="►"/>
              <a:defRPr/>
            </a:lvl9pPr>
          </a:lstStyle>
          <a:p>
            <a:endParaRPr/>
          </a:p>
        </p:txBody>
      </p:sp>
      <p:sp>
        <p:nvSpPr>
          <p:cNvPr id="59" name="Google Shape;59;p5"/>
          <p:cNvSpPr txBox="1">
            <a:spLocks noGrp="1"/>
          </p:cNvSpPr>
          <p:nvPr>
            <p:ph type="body" idx="2"/>
          </p:nvPr>
        </p:nvSpPr>
        <p:spPr>
          <a:xfrm>
            <a:off x="4656534" y="1952625"/>
            <a:ext cx="3618900" cy="2562300"/>
          </a:xfrm>
          <a:prstGeom prst="rect">
            <a:avLst/>
          </a:prstGeom>
          <a:noFill/>
          <a:ln>
            <a:noFill/>
          </a:ln>
        </p:spPr>
        <p:txBody>
          <a:bodyPr spcFirstLastPara="1" wrap="square" lIns="68575" tIns="34275" rIns="68575" bIns="34275" anchor="t" anchorCtr="0">
            <a:normAutofit/>
          </a:bodyPr>
          <a:lstStyle>
            <a:lvl1pPr marL="457200" lvl="0" indent="-298450" algn="l" rtl="0">
              <a:spcBef>
                <a:spcPts val="800"/>
              </a:spcBef>
              <a:spcAft>
                <a:spcPts val="0"/>
              </a:spcAft>
              <a:buSzPts val="1100"/>
              <a:buChar char="►"/>
              <a:defRPr/>
            </a:lvl1pPr>
            <a:lvl2pPr marL="914400" lvl="1" indent="-298450" algn="l" rtl="0">
              <a:spcBef>
                <a:spcPts val="800"/>
              </a:spcBef>
              <a:spcAft>
                <a:spcPts val="0"/>
              </a:spcAft>
              <a:buSzPts val="1100"/>
              <a:buChar char="►"/>
              <a:defRPr/>
            </a:lvl2pPr>
            <a:lvl3pPr marL="1371600" lvl="2" indent="-298450" algn="l" rtl="0">
              <a:spcBef>
                <a:spcPts val="800"/>
              </a:spcBef>
              <a:spcAft>
                <a:spcPts val="0"/>
              </a:spcAft>
              <a:buSzPts val="1100"/>
              <a:buChar char="►"/>
              <a:defRPr/>
            </a:lvl3pPr>
            <a:lvl4pPr marL="1828800" lvl="3" indent="-298450" algn="l" rtl="0">
              <a:spcBef>
                <a:spcPts val="800"/>
              </a:spcBef>
              <a:spcAft>
                <a:spcPts val="0"/>
              </a:spcAft>
              <a:buSzPts val="1100"/>
              <a:buChar char="►"/>
              <a:defRPr/>
            </a:lvl4pPr>
            <a:lvl5pPr marL="2286000" lvl="4" indent="-298450" algn="l" rtl="0">
              <a:spcBef>
                <a:spcPts val="800"/>
              </a:spcBef>
              <a:spcAft>
                <a:spcPts val="0"/>
              </a:spcAft>
              <a:buSzPts val="1100"/>
              <a:buChar char="►"/>
              <a:defRPr/>
            </a:lvl5pPr>
            <a:lvl6pPr marL="2743200" lvl="5" indent="-298450" algn="l" rtl="0">
              <a:spcBef>
                <a:spcPts val="800"/>
              </a:spcBef>
              <a:spcAft>
                <a:spcPts val="0"/>
              </a:spcAft>
              <a:buSzPts val="1100"/>
              <a:buChar char="►"/>
              <a:defRPr/>
            </a:lvl6pPr>
            <a:lvl7pPr marL="3200400" lvl="6" indent="-298450" algn="l" rtl="0">
              <a:spcBef>
                <a:spcPts val="800"/>
              </a:spcBef>
              <a:spcAft>
                <a:spcPts val="0"/>
              </a:spcAft>
              <a:buSzPts val="1100"/>
              <a:buChar char="►"/>
              <a:defRPr/>
            </a:lvl7pPr>
            <a:lvl8pPr marL="3657600" lvl="7" indent="-298450" algn="l" rtl="0">
              <a:spcBef>
                <a:spcPts val="800"/>
              </a:spcBef>
              <a:spcAft>
                <a:spcPts val="0"/>
              </a:spcAft>
              <a:buSzPts val="1100"/>
              <a:buChar char="►"/>
              <a:defRPr/>
            </a:lvl8pPr>
            <a:lvl9pPr marL="4114800" lvl="8" indent="-298450" algn="l" rtl="0">
              <a:spcBef>
                <a:spcPts val="800"/>
              </a:spcBef>
              <a:spcAft>
                <a:spcPts val="0"/>
              </a:spcAft>
              <a:buSzPts val="1100"/>
              <a:buChar char="►"/>
              <a:defRPr/>
            </a:lvl9pPr>
          </a:lstStyle>
          <a:p>
            <a:endParaRPr/>
          </a:p>
        </p:txBody>
      </p:sp>
      <p:sp>
        <p:nvSpPr>
          <p:cNvPr id="60" name="Google Shape;60;p5"/>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61" name="Google Shape;61;p5"/>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62" name="Google Shape;62;p5"/>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63"/>
        <p:cNvGrpSpPr/>
        <p:nvPr/>
      </p:nvGrpSpPr>
      <p:grpSpPr>
        <a:xfrm>
          <a:off x="0" y="0"/>
          <a:ext cx="0" cy="0"/>
          <a:chOff x="0" y="0"/>
          <a:chExt cx="0" cy="0"/>
        </a:xfrm>
      </p:grpSpPr>
      <p:sp>
        <p:nvSpPr>
          <p:cNvPr id="64" name="Google Shape;64;p6"/>
          <p:cNvSpPr txBox="1">
            <a:spLocks noGrp="1"/>
          </p:cNvSpPr>
          <p:nvPr>
            <p:ph type="title"/>
          </p:nvPr>
        </p:nvSpPr>
        <p:spPr>
          <a:xfrm>
            <a:off x="866216" y="730251"/>
            <a:ext cx="6571200" cy="5304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2700"/>
              <a:buFont typeface="Century Gothic"/>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65" name="Google Shape;65;p6"/>
          <p:cNvSpPr txBox="1">
            <a:spLocks noGrp="1"/>
          </p:cNvSpPr>
          <p:nvPr>
            <p:ph type="body" idx="1"/>
          </p:nvPr>
        </p:nvSpPr>
        <p:spPr>
          <a:xfrm>
            <a:off x="866216" y="1952625"/>
            <a:ext cx="3618900" cy="432300"/>
          </a:xfrm>
          <a:prstGeom prst="rect">
            <a:avLst/>
          </a:prstGeom>
          <a:noFill/>
          <a:ln>
            <a:noFill/>
          </a:ln>
        </p:spPr>
        <p:txBody>
          <a:bodyPr spcFirstLastPara="1" wrap="square" lIns="68575" tIns="34275" rIns="68575" bIns="34275" anchor="b" anchorCtr="0">
            <a:noAutofit/>
          </a:bodyPr>
          <a:lstStyle>
            <a:lvl1pPr marL="457200" lvl="0" indent="-228600" algn="l" rtl="0">
              <a:spcBef>
                <a:spcPts val="800"/>
              </a:spcBef>
              <a:spcAft>
                <a:spcPts val="0"/>
              </a:spcAft>
              <a:buSzPts val="1400"/>
              <a:buNone/>
              <a:defRPr sz="1800" b="0">
                <a:solidFill>
                  <a:schemeClr val="accent1"/>
                </a:solidFill>
              </a:defRPr>
            </a:lvl1pPr>
            <a:lvl2pPr marL="914400" lvl="1" indent="-228600" algn="l" rtl="0">
              <a:spcBef>
                <a:spcPts val="800"/>
              </a:spcBef>
              <a:spcAft>
                <a:spcPts val="0"/>
              </a:spcAft>
              <a:buSzPts val="1200"/>
              <a:buNone/>
              <a:defRPr sz="1500" b="1"/>
            </a:lvl2pPr>
            <a:lvl3pPr marL="1371600" lvl="2" indent="-228600" algn="l" rtl="0">
              <a:spcBef>
                <a:spcPts val="800"/>
              </a:spcBef>
              <a:spcAft>
                <a:spcPts val="0"/>
              </a:spcAft>
              <a:buSzPts val="1100"/>
              <a:buNone/>
              <a:defRPr sz="1400" b="1"/>
            </a:lvl3pPr>
            <a:lvl4pPr marL="1828800" lvl="3" indent="-228600" algn="l" rtl="0">
              <a:spcBef>
                <a:spcPts val="800"/>
              </a:spcBef>
              <a:spcAft>
                <a:spcPts val="0"/>
              </a:spcAft>
              <a:buSzPts val="1000"/>
              <a:buNone/>
              <a:defRPr sz="1200" b="1"/>
            </a:lvl4pPr>
            <a:lvl5pPr marL="2286000" lvl="4" indent="-228600" algn="l" rtl="0">
              <a:spcBef>
                <a:spcPts val="800"/>
              </a:spcBef>
              <a:spcAft>
                <a:spcPts val="0"/>
              </a:spcAft>
              <a:buSzPts val="1000"/>
              <a:buNone/>
              <a:defRPr sz="1200" b="1"/>
            </a:lvl5pPr>
            <a:lvl6pPr marL="2743200" lvl="5" indent="-228600" algn="l" rtl="0">
              <a:spcBef>
                <a:spcPts val="800"/>
              </a:spcBef>
              <a:spcAft>
                <a:spcPts val="0"/>
              </a:spcAft>
              <a:buSzPts val="1000"/>
              <a:buNone/>
              <a:defRPr sz="1200" b="1"/>
            </a:lvl6pPr>
            <a:lvl7pPr marL="3200400" lvl="6" indent="-228600" algn="l" rtl="0">
              <a:spcBef>
                <a:spcPts val="800"/>
              </a:spcBef>
              <a:spcAft>
                <a:spcPts val="0"/>
              </a:spcAft>
              <a:buSzPts val="1000"/>
              <a:buNone/>
              <a:defRPr sz="1200" b="1"/>
            </a:lvl7pPr>
            <a:lvl8pPr marL="3657600" lvl="7" indent="-228600" algn="l" rtl="0">
              <a:spcBef>
                <a:spcPts val="800"/>
              </a:spcBef>
              <a:spcAft>
                <a:spcPts val="0"/>
              </a:spcAft>
              <a:buSzPts val="1000"/>
              <a:buNone/>
              <a:defRPr sz="1200" b="1"/>
            </a:lvl8pPr>
            <a:lvl9pPr marL="4114800" lvl="8" indent="-228600" algn="l" rtl="0">
              <a:spcBef>
                <a:spcPts val="800"/>
              </a:spcBef>
              <a:spcAft>
                <a:spcPts val="0"/>
              </a:spcAft>
              <a:buSzPts val="1000"/>
              <a:buNone/>
              <a:defRPr sz="1200" b="1"/>
            </a:lvl9pPr>
          </a:lstStyle>
          <a:p>
            <a:endParaRPr/>
          </a:p>
        </p:txBody>
      </p:sp>
      <p:sp>
        <p:nvSpPr>
          <p:cNvPr id="66" name="Google Shape;66;p6"/>
          <p:cNvSpPr txBox="1">
            <a:spLocks noGrp="1"/>
          </p:cNvSpPr>
          <p:nvPr>
            <p:ph type="body" idx="2"/>
          </p:nvPr>
        </p:nvSpPr>
        <p:spPr>
          <a:xfrm>
            <a:off x="866216" y="2384821"/>
            <a:ext cx="3618900" cy="2130000"/>
          </a:xfrm>
          <a:prstGeom prst="rect">
            <a:avLst/>
          </a:prstGeom>
          <a:noFill/>
          <a:ln>
            <a:noFill/>
          </a:ln>
        </p:spPr>
        <p:txBody>
          <a:bodyPr spcFirstLastPara="1" wrap="square" lIns="68575" tIns="34275" rIns="68575" bIns="34275" anchor="t" anchorCtr="0">
            <a:normAutofit/>
          </a:bodyPr>
          <a:lstStyle>
            <a:lvl1pPr marL="457200" lvl="0" indent="-298450" algn="l" rtl="0">
              <a:spcBef>
                <a:spcPts val="800"/>
              </a:spcBef>
              <a:spcAft>
                <a:spcPts val="0"/>
              </a:spcAft>
              <a:buSzPts val="1100"/>
              <a:buChar char="►"/>
              <a:defRPr/>
            </a:lvl1pPr>
            <a:lvl2pPr marL="914400" lvl="1" indent="-298450" algn="l" rtl="0">
              <a:spcBef>
                <a:spcPts val="800"/>
              </a:spcBef>
              <a:spcAft>
                <a:spcPts val="0"/>
              </a:spcAft>
              <a:buSzPts val="1100"/>
              <a:buChar char="►"/>
              <a:defRPr/>
            </a:lvl2pPr>
            <a:lvl3pPr marL="1371600" lvl="2" indent="-298450" algn="l" rtl="0">
              <a:spcBef>
                <a:spcPts val="800"/>
              </a:spcBef>
              <a:spcAft>
                <a:spcPts val="0"/>
              </a:spcAft>
              <a:buSzPts val="1100"/>
              <a:buChar char="►"/>
              <a:defRPr/>
            </a:lvl3pPr>
            <a:lvl4pPr marL="1828800" lvl="3" indent="-298450" algn="l" rtl="0">
              <a:spcBef>
                <a:spcPts val="800"/>
              </a:spcBef>
              <a:spcAft>
                <a:spcPts val="0"/>
              </a:spcAft>
              <a:buSzPts val="1100"/>
              <a:buChar char="►"/>
              <a:defRPr/>
            </a:lvl4pPr>
            <a:lvl5pPr marL="2286000" lvl="4" indent="-298450" algn="l" rtl="0">
              <a:spcBef>
                <a:spcPts val="800"/>
              </a:spcBef>
              <a:spcAft>
                <a:spcPts val="0"/>
              </a:spcAft>
              <a:buSzPts val="1100"/>
              <a:buChar char="►"/>
              <a:defRPr/>
            </a:lvl5pPr>
            <a:lvl6pPr marL="2743200" lvl="5" indent="-298450" algn="l" rtl="0">
              <a:spcBef>
                <a:spcPts val="800"/>
              </a:spcBef>
              <a:spcAft>
                <a:spcPts val="0"/>
              </a:spcAft>
              <a:buSzPts val="1100"/>
              <a:buChar char="►"/>
              <a:defRPr/>
            </a:lvl6pPr>
            <a:lvl7pPr marL="3200400" lvl="6" indent="-298450" algn="l" rtl="0">
              <a:spcBef>
                <a:spcPts val="800"/>
              </a:spcBef>
              <a:spcAft>
                <a:spcPts val="0"/>
              </a:spcAft>
              <a:buSzPts val="1100"/>
              <a:buChar char="►"/>
              <a:defRPr/>
            </a:lvl7pPr>
            <a:lvl8pPr marL="3657600" lvl="7" indent="-298450" algn="l" rtl="0">
              <a:spcBef>
                <a:spcPts val="800"/>
              </a:spcBef>
              <a:spcAft>
                <a:spcPts val="0"/>
              </a:spcAft>
              <a:buSzPts val="1100"/>
              <a:buChar char="►"/>
              <a:defRPr/>
            </a:lvl8pPr>
            <a:lvl9pPr marL="4114800" lvl="8" indent="-298450" algn="l" rtl="0">
              <a:spcBef>
                <a:spcPts val="800"/>
              </a:spcBef>
              <a:spcAft>
                <a:spcPts val="0"/>
              </a:spcAft>
              <a:buSzPts val="1100"/>
              <a:buChar char="►"/>
              <a:defRPr/>
            </a:lvl9pPr>
          </a:lstStyle>
          <a:p>
            <a:endParaRPr/>
          </a:p>
        </p:txBody>
      </p:sp>
      <p:sp>
        <p:nvSpPr>
          <p:cNvPr id="67" name="Google Shape;67;p6"/>
          <p:cNvSpPr txBox="1">
            <a:spLocks noGrp="1"/>
          </p:cNvSpPr>
          <p:nvPr>
            <p:ph type="body" idx="3"/>
          </p:nvPr>
        </p:nvSpPr>
        <p:spPr>
          <a:xfrm>
            <a:off x="4656534" y="1952625"/>
            <a:ext cx="3618900" cy="432300"/>
          </a:xfrm>
          <a:prstGeom prst="rect">
            <a:avLst/>
          </a:prstGeom>
          <a:noFill/>
          <a:ln>
            <a:noFill/>
          </a:ln>
        </p:spPr>
        <p:txBody>
          <a:bodyPr spcFirstLastPara="1" wrap="square" lIns="68575" tIns="34275" rIns="68575" bIns="34275" anchor="b" anchorCtr="0">
            <a:noAutofit/>
          </a:bodyPr>
          <a:lstStyle>
            <a:lvl1pPr marL="457200" lvl="0" indent="-228600" algn="l" rtl="0">
              <a:spcBef>
                <a:spcPts val="800"/>
              </a:spcBef>
              <a:spcAft>
                <a:spcPts val="0"/>
              </a:spcAft>
              <a:buSzPts val="1400"/>
              <a:buNone/>
              <a:defRPr sz="1800" b="0">
                <a:solidFill>
                  <a:schemeClr val="accent1"/>
                </a:solidFill>
              </a:defRPr>
            </a:lvl1pPr>
            <a:lvl2pPr marL="914400" lvl="1" indent="-228600" algn="l" rtl="0">
              <a:spcBef>
                <a:spcPts val="800"/>
              </a:spcBef>
              <a:spcAft>
                <a:spcPts val="0"/>
              </a:spcAft>
              <a:buSzPts val="1200"/>
              <a:buNone/>
              <a:defRPr sz="1500" b="1"/>
            </a:lvl2pPr>
            <a:lvl3pPr marL="1371600" lvl="2" indent="-228600" algn="l" rtl="0">
              <a:spcBef>
                <a:spcPts val="800"/>
              </a:spcBef>
              <a:spcAft>
                <a:spcPts val="0"/>
              </a:spcAft>
              <a:buSzPts val="1100"/>
              <a:buNone/>
              <a:defRPr sz="1400" b="1"/>
            </a:lvl3pPr>
            <a:lvl4pPr marL="1828800" lvl="3" indent="-228600" algn="l" rtl="0">
              <a:spcBef>
                <a:spcPts val="800"/>
              </a:spcBef>
              <a:spcAft>
                <a:spcPts val="0"/>
              </a:spcAft>
              <a:buSzPts val="1000"/>
              <a:buNone/>
              <a:defRPr sz="1200" b="1"/>
            </a:lvl4pPr>
            <a:lvl5pPr marL="2286000" lvl="4" indent="-228600" algn="l" rtl="0">
              <a:spcBef>
                <a:spcPts val="800"/>
              </a:spcBef>
              <a:spcAft>
                <a:spcPts val="0"/>
              </a:spcAft>
              <a:buSzPts val="1000"/>
              <a:buNone/>
              <a:defRPr sz="1200" b="1"/>
            </a:lvl5pPr>
            <a:lvl6pPr marL="2743200" lvl="5" indent="-228600" algn="l" rtl="0">
              <a:spcBef>
                <a:spcPts val="800"/>
              </a:spcBef>
              <a:spcAft>
                <a:spcPts val="0"/>
              </a:spcAft>
              <a:buSzPts val="1000"/>
              <a:buNone/>
              <a:defRPr sz="1200" b="1"/>
            </a:lvl6pPr>
            <a:lvl7pPr marL="3200400" lvl="6" indent="-228600" algn="l" rtl="0">
              <a:spcBef>
                <a:spcPts val="800"/>
              </a:spcBef>
              <a:spcAft>
                <a:spcPts val="0"/>
              </a:spcAft>
              <a:buSzPts val="1000"/>
              <a:buNone/>
              <a:defRPr sz="1200" b="1"/>
            </a:lvl7pPr>
            <a:lvl8pPr marL="3657600" lvl="7" indent="-228600" algn="l" rtl="0">
              <a:spcBef>
                <a:spcPts val="800"/>
              </a:spcBef>
              <a:spcAft>
                <a:spcPts val="0"/>
              </a:spcAft>
              <a:buSzPts val="1000"/>
              <a:buNone/>
              <a:defRPr sz="1200" b="1"/>
            </a:lvl8pPr>
            <a:lvl9pPr marL="4114800" lvl="8" indent="-228600" algn="l" rtl="0">
              <a:spcBef>
                <a:spcPts val="800"/>
              </a:spcBef>
              <a:spcAft>
                <a:spcPts val="0"/>
              </a:spcAft>
              <a:buSzPts val="1000"/>
              <a:buNone/>
              <a:defRPr sz="1200" b="1"/>
            </a:lvl9pPr>
          </a:lstStyle>
          <a:p>
            <a:endParaRPr/>
          </a:p>
        </p:txBody>
      </p:sp>
      <p:sp>
        <p:nvSpPr>
          <p:cNvPr id="68" name="Google Shape;68;p6"/>
          <p:cNvSpPr txBox="1">
            <a:spLocks noGrp="1"/>
          </p:cNvSpPr>
          <p:nvPr>
            <p:ph type="body" idx="4"/>
          </p:nvPr>
        </p:nvSpPr>
        <p:spPr>
          <a:xfrm>
            <a:off x="4656534" y="2384821"/>
            <a:ext cx="3618900" cy="2130000"/>
          </a:xfrm>
          <a:prstGeom prst="rect">
            <a:avLst/>
          </a:prstGeom>
          <a:noFill/>
          <a:ln>
            <a:noFill/>
          </a:ln>
        </p:spPr>
        <p:txBody>
          <a:bodyPr spcFirstLastPara="1" wrap="square" lIns="68575" tIns="34275" rIns="68575" bIns="34275" anchor="t" anchorCtr="0">
            <a:normAutofit/>
          </a:bodyPr>
          <a:lstStyle>
            <a:lvl1pPr marL="457200" lvl="0" indent="-298450" algn="l" rtl="0">
              <a:spcBef>
                <a:spcPts val="800"/>
              </a:spcBef>
              <a:spcAft>
                <a:spcPts val="0"/>
              </a:spcAft>
              <a:buSzPts val="1100"/>
              <a:buChar char="►"/>
              <a:defRPr sz="1400"/>
            </a:lvl1pPr>
            <a:lvl2pPr marL="914400" lvl="1" indent="-292100" algn="l" rtl="0">
              <a:spcBef>
                <a:spcPts val="800"/>
              </a:spcBef>
              <a:spcAft>
                <a:spcPts val="0"/>
              </a:spcAft>
              <a:buSzPts val="1000"/>
              <a:buChar char="►"/>
              <a:defRPr sz="1200"/>
            </a:lvl2pPr>
            <a:lvl3pPr marL="1371600" lvl="2" indent="-279400" algn="l" rtl="0">
              <a:spcBef>
                <a:spcPts val="800"/>
              </a:spcBef>
              <a:spcAft>
                <a:spcPts val="0"/>
              </a:spcAft>
              <a:buSzPts val="800"/>
              <a:buChar char="►"/>
              <a:defRPr sz="1100"/>
            </a:lvl3pPr>
            <a:lvl4pPr marL="1828800" lvl="3" indent="-273050" algn="l" rtl="0">
              <a:spcBef>
                <a:spcPts val="800"/>
              </a:spcBef>
              <a:spcAft>
                <a:spcPts val="0"/>
              </a:spcAft>
              <a:buSzPts val="700"/>
              <a:buChar char="►"/>
              <a:defRPr sz="900"/>
            </a:lvl4pPr>
            <a:lvl5pPr marL="2286000" lvl="4" indent="-273050" algn="l" rtl="0">
              <a:spcBef>
                <a:spcPts val="800"/>
              </a:spcBef>
              <a:spcAft>
                <a:spcPts val="0"/>
              </a:spcAft>
              <a:buSzPts val="700"/>
              <a:buChar char="►"/>
              <a:defRPr sz="900"/>
            </a:lvl5pPr>
            <a:lvl6pPr marL="2743200" lvl="5" indent="-273050" algn="l" rtl="0">
              <a:spcBef>
                <a:spcPts val="800"/>
              </a:spcBef>
              <a:spcAft>
                <a:spcPts val="0"/>
              </a:spcAft>
              <a:buSzPts val="700"/>
              <a:buChar char="►"/>
              <a:defRPr sz="900"/>
            </a:lvl6pPr>
            <a:lvl7pPr marL="3200400" lvl="6" indent="-273050" algn="l" rtl="0">
              <a:spcBef>
                <a:spcPts val="800"/>
              </a:spcBef>
              <a:spcAft>
                <a:spcPts val="0"/>
              </a:spcAft>
              <a:buSzPts val="700"/>
              <a:buChar char="►"/>
              <a:defRPr sz="900"/>
            </a:lvl7pPr>
            <a:lvl8pPr marL="3657600" lvl="7" indent="-273050" algn="l" rtl="0">
              <a:spcBef>
                <a:spcPts val="800"/>
              </a:spcBef>
              <a:spcAft>
                <a:spcPts val="0"/>
              </a:spcAft>
              <a:buSzPts val="700"/>
              <a:buChar char="►"/>
              <a:defRPr sz="900"/>
            </a:lvl8pPr>
            <a:lvl9pPr marL="4114800" lvl="8" indent="-273050" algn="l" rtl="0">
              <a:spcBef>
                <a:spcPts val="800"/>
              </a:spcBef>
              <a:spcAft>
                <a:spcPts val="0"/>
              </a:spcAft>
              <a:buSzPts val="700"/>
              <a:buChar char="►"/>
              <a:defRPr sz="900"/>
            </a:lvl9pPr>
          </a:lstStyle>
          <a:p>
            <a:endParaRPr/>
          </a:p>
        </p:txBody>
      </p:sp>
      <p:sp>
        <p:nvSpPr>
          <p:cNvPr id="69" name="Google Shape;69;p6"/>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70" name="Google Shape;70;p6"/>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71" name="Google Shape;71;p6"/>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2"/>
        <p:cNvGrpSpPr/>
        <p:nvPr/>
      </p:nvGrpSpPr>
      <p:grpSpPr>
        <a:xfrm>
          <a:off x="0" y="0"/>
          <a:ext cx="0" cy="0"/>
          <a:chOff x="0" y="0"/>
          <a:chExt cx="0" cy="0"/>
        </a:xfrm>
      </p:grpSpPr>
      <p:sp>
        <p:nvSpPr>
          <p:cNvPr id="73" name="Google Shape;73;p7"/>
          <p:cNvSpPr txBox="1">
            <a:spLocks noGrp="1"/>
          </p:cNvSpPr>
          <p:nvPr>
            <p:ph type="title"/>
          </p:nvPr>
        </p:nvSpPr>
        <p:spPr>
          <a:xfrm>
            <a:off x="866216" y="730251"/>
            <a:ext cx="6571200" cy="5304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2700"/>
              <a:buFont typeface="Century Gothic"/>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74" name="Google Shape;74;p7"/>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75" name="Google Shape;75;p7"/>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76" name="Google Shape;76;p7"/>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77"/>
        <p:cNvGrpSpPr/>
        <p:nvPr/>
      </p:nvGrpSpPr>
      <p:grpSpPr>
        <a:xfrm>
          <a:off x="0" y="0"/>
          <a:ext cx="0" cy="0"/>
          <a:chOff x="0" y="0"/>
          <a:chExt cx="0" cy="0"/>
        </a:xfrm>
      </p:grpSpPr>
      <p:sp>
        <p:nvSpPr>
          <p:cNvPr id="78" name="Google Shape;78;p8"/>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79" name="Google Shape;79;p8"/>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80" name="Google Shape;80;p8"/>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81" name="Google Shape;81;p8"/>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Content with Caption" type="objTx">
  <p:cSld name="OBJECT_WITH_CAPTION_TEXT">
    <p:spTree>
      <p:nvGrpSpPr>
        <p:cNvPr id="1" name="Shape 82"/>
        <p:cNvGrpSpPr/>
        <p:nvPr/>
      </p:nvGrpSpPr>
      <p:grpSpPr>
        <a:xfrm>
          <a:off x="0" y="0"/>
          <a:ext cx="0" cy="0"/>
          <a:chOff x="0" y="0"/>
          <a:chExt cx="0" cy="0"/>
        </a:xfrm>
      </p:grpSpPr>
      <p:grpSp>
        <p:nvGrpSpPr>
          <p:cNvPr id="83" name="Google Shape;83;p9"/>
          <p:cNvGrpSpPr/>
          <p:nvPr/>
        </p:nvGrpSpPr>
        <p:grpSpPr>
          <a:xfrm>
            <a:off x="0" y="0"/>
            <a:ext cx="9144009" cy="5143500"/>
            <a:chOff x="0" y="0"/>
            <a:chExt cx="12192011" cy="6858000"/>
          </a:xfrm>
        </p:grpSpPr>
        <p:sp>
          <p:nvSpPr>
            <p:cNvPr id="84" name="Google Shape;84;p9"/>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85" name="Google Shape;85;p9"/>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86" name="Google Shape;86;p9"/>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87" name="Google Shape;87;p9"/>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88" name="Google Shape;88;p9"/>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89" name="Google Shape;89;p9"/>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0" name="Google Shape;90;p9"/>
            <p:cNvSpPr/>
            <p:nvPr/>
          </p:nvSpPr>
          <p:spPr>
            <a:xfrm>
              <a:off x="5713412" y="402165"/>
              <a:ext cx="6055200" cy="6053700"/>
            </a:xfrm>
            <a:prstGeom prst="rect">
              <a:avLst/>
            </a:prstGeom>
            <a:solidFill>
              <a:schemeClr val="l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1" name="Google Shape;91;p9"/>
            <p:cNvSpPr/>
            <p:nvPr/>
          </p:nvSpPr>
          <p:spPr>
            <a:xfrm rot="-5677505">
              <a:off x="3140479" y="1826074"/>
              <a:ext cx="3299419" cy="44092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2" name="Google Shape;92;p9"/>
            <p:cNvSpPr/>
            <p:nvPr/>
          </p:nvSpPr>
          <p:spPr>
            <a:xfrm rot="-5400000">
              <a:off x="2229375" y="2801718"/>
              <a:ext cx="6053675" cy="1254560"/>
            </a:xfrm>
            <a:custGeom>
              <a:avLst/>
              <a:gdLst/>
              <a:ahLst/>
              <a:cxnLst/>
              <a:rect l="l" t="t" r="r" b="b"/>
              <a:pathLst>
                <a:path w="10000" h="8000" extrusionOk="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lt1"/>
            </a:solidFill>
            <a:ln>
              <a:noFill/>
            </a:ln>
          </p:spPr>
        </p:sp>
        <p:sp>
          <p:nvSpPr>
            <p:cNvPr id="93" name="Google Shape;93;p9"/>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sp>
      </p:grpSp>
      <p:sp>
        <p:nvSpPr>
          <p:cNvPr id="94" name="Google Shape;94;p9"/>
          <p:cNvSpPr txBox="1">
            <a:spLocks noGrp="1"/>
          </p:cNvSpPr>
          <p:nvPr>
            <p:ph type="title"/>
          </p:nvPr>
        </p:nvSpPr>
        <p:spPr>
          <a:xfrm>
            <a:off x="866216" y="971550"/>
            <a:ext cx="2094900" cy="1200300"/>
          </a:xfrm>
          <a:prstGeom prst="rect">
            <a:avLst/>
          </a:prstGeom>
          <a:noFill/>
          <a:ln>
            <a:noFill/>
          </a:ln>
        </p:spPr>
        <p:txBody>
          <a:bodyPr spcFirstLastPara="1" wrap="square" lIns="68575" tIns="34275" rIns="68575" bIns="34275" anchor="b" anchorCtr="0">
            <a:noAutofit/>
          </a:bodyPr>
          <a:lstStyle>
            <a:lvl1pPr lvl="0" algn="l" rtl="0">
              <a:spcBef>
                <a:spcPts val="0"/>
              </a:spcBef>
              <a:spcAft>
                <a:spcPts val="0"/>
              </a:spcAft>
              <a:buClr>
                <a:schemeClr val="lt2"/>
              </a:buClr>
              <a:buSzPts val="1800"/>
              <a:buFont typeface="Century Gothic"/>
              <a:buNone/>
              <a:defRPr sz="1800" b="0"/>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95" name="Google Shape;95;p9"/>
          <p:cNvSpPr txBox="1">
            <a:spLocks noGrp="1"/>
          </p:cNvSpPr>
          <p:nvPr>
            <p:ph type="body" idx="1"/>
          </p:nvPr>
        </p:nvSpPr>
        <p:spPr>
          <a:xfrm>
            <a:off x="4335860" y="1085850"/>
            <a:ext cx="3892500" cy="3429000"/>
          </a:xfrm>
          <a:prstGeom prst="rect">
            <a:avLst/>
          </a:prstGeom>
          <a:noFill/>
          <a:ln>
            <a:noFill/>
          </a:ln>
        </p:spPr>
        <p:txBody>
          <a:bodyPr spcFirstLastPara="1" wrap="square" lIns="68575" tIns="34275" rIns="68575" bIns="34275" anchor="ctr" anchorCtr="0">
            <a:normAutofit/>
          </a:bodyPr>
          <a:lstStyle>
            <a:lvl1pPr marL="457200" lvl="0" indent="-298450" algn="l" rtl="0">
              <a:spcBef>
                <a:spcPts val="800"/>
              </a:spcBef>
              <a:spcAft>
                <a:spcPts val="0"/>
              </a:spcAft>
              <a:buSzPts val="1100"/>
              <a:buChar char="►"/>
              <a:defRPr/>
            </a:lvl1pPr>
            <a:lvl2pPr marL="914400" lvl="1" indent="-298450" algn="l" rtl="0">
              <a:spcBef>
                <a:spcPts val="800"/>
              </a:spcBef>
              <a:spcAft>
                <a:spcPts val="0"/>
              </a:spcAft>
              <a:buSzPts val="1100"/>
              <a:buChar char="►"/>
              <a:defRPr/>
            </a:lvl2pPr>
            <a:lvl3pPr marL="1371600" lvl="2" indent="-298450" algn="l" rtl="0">
              <a:spcBef>
                <a:spcPts val="800"/>
              </a:spcBef>
              <a:spcAft>
                <a:spcPts val="0"/>
              </a:spcAft>
              <a:buSzPts val="1100"/>
              <a:buChar char="►"/>
              <a:defRPr/>
            </a:lvl3pPr>
            <a:lvl4pPr marL="1828800" lvl="3" indent="-298450" algn="l" rtl="0">
              <a:spcBef>
                <a:spcPts val="800"/>
              </a:spcBef>
              <a:spcAft>
                <a:spcPts val="0"/>
              </a:spcAft>
              <a:buSzPts val="1100"/>
              <a:buChar char="►"/>
              <a:defRPr/>
            </a:lvl4pPr>
            <a:lvl5pPr marL="2286000" lvl="4" indent="-298450" algn="l" rtl="0">
              <a:spcBef>
                <a:spcPts val="800"/>
              </a:spcBef>
              <a:spcAft>
                <a:spcPts val="0"/>
              </a:spcAft>
              <a:buSzPts val="1100"/>
              <a:buChar char="►"/>
              <a:defRPr/>
            </a:lvl5pPr>
            <a:lvl6pPr marL="2743200" lvl="5" indent="-298450" algn="l" rtl="0">
              <a:spcBef>
                <a:spcPts val="800"/>
              </a:spcBef>
              <a:spcAft>
                <a:spcPts val="0"/>
              </a:spcAft>
              <a:buSzPts val="1100"/>
              <a:buChar char="►"/>
              <a:defRPr/>
            </a:lvl6pPr>
            <a:lvl7pPr marL="3200400" lvl="6" indent="-298450" algn="l" rtl="0">
              <a:spcBef>
                <a:spcPts val="800"/>
              </a:spcBef>
              <a:spcAft>
                <a:spcPts val="0"/>
              </a:spcAft>
              <a:buSzPts val="1100"/>
              <a:buChar char="►"/>
              <a:defRPr/>
            </a:lvl7pPr>
            <a:lvl8pPr marL="3657600" lvl="7" indent="-298450" algn="l" rtl="0">
              <a:spcBef>
                <a:spcPts val="800"/>
              </a:spcBef>
              <a:spcAft>
                <a:spcPts val="0"/>
              </a:spcAft>
              <a:buSzPts val="1100"/>
              <a:buChar char="►"/>
              <a:defRPr/>
            </a:lvl8pPr>
            <a:lvl9pPr marL="4114800" lvl="8" indent="-298450" algn="l" rtl="0">
              <a:spcBef>
                <a:spcPts val="800"/>
              </a:spcBef>
              <a:spcAft>
                <a:spcPts val="0"/>
              </a:spcAft>
              <a:buSzPts val="1100"/>
              <a:buChar char="►"/>
              <a:defRPr/>
            </a:lvl9pPr>
          </a:lstStyle>
          <a:p>
            <a:endParaRPr/>
          </a:p>
        </p:txBody>
      </p:sp>
      <p:sp>
        <p:nvSpPr>
          <p:cNvPr id="96" name="Google Shape;96;p9"/>
          <p:cNvSpPr txBox="1">
            <a:spLocks noGrp="1"/>
          </p:cNvSpPr>
          <p:nvPr>
            <p:ph type="body" idx="2"/>
          </p:nvPr>
        </p:nvSpPr>
        <p:spPr>
          <a:xfrm>
            <a:off x="866216" y="2346960"/>
            <a:ext cx="2094900" cy="21717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a:solidFill>
                  <a:srgbClr val="EE52A4"/>
                </a:solidFill>
              </a:defRPr>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97" name="Google Shape;97;p9"/>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98" name="Google Shape;98;p9"/>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99" name="Google Shape;99;p9"/>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0" name="Google Shape;100;p9"/>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101"/>
        <p:cNvGrpSpPr/>
        <p:nvPr/>
      </p:nvGrpSpPr>
      <p:grpSpPr>
        <a:xfrm>
          <a:off x="0" y="0"/>
          <a:ext cx="0" cy="0"/>
          <a:chOff x="0" y="0"/>
          <a:chExt cx="0" cy="0"/>
        </a:xfrm>
      </p:grpSpPr>
      <p:grpSp>
        <p:nvGrpSpPr>
          <p:cNvPr id="102" name="Google Shape;102;p10"/>
          <p:cNvGrpSpPr/>
          <p:nvPr/>
        </p:nvGrpSpPr>
        <p:grpSpPr>
          <a:xfrm>
            <a:off x="0" y="0"/>
            <a:ext cx="9144009" cy="5143500"/>
            <a:chOff x="0" y="0"/>
            <a:chExt cx="12192011" cy="6858000"/>
          </a:xfrm>
        </p:grpSpPr>
        <p:sp>
          <p:nvSpPr>
            <p:cNvPr id="103" name="Google Shape;103;p10"/>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4" name="Google Shape;104;p10"/>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5" name="Google Shape;105;p10"/>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6" name="Google Shape;106;p10"/>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7" name="Google Shape;107;p10"/>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8" name="Google Shape;108;p10"/>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9" name="Google Shape;109;p10"/>
            <p:cNvSpPr/>
            <p:nvPr/>
          </p:nvSpPr>
          <p:spPr>
            <a:xfrm>
              <a:off x="6172200" y="402165"/>
              <a:ext cx="5596500" cy="6053700"/>
            </a:xfrm>
            <a:prstGeom prst="rect">
              <a:avLst/>
            </a:prstGeom>
            <a:solidFill>
              <a:schemeClr val="l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0" name="Google Shape;110;p10"/>
            <p:cNvSpPr/>
            <p:nvPr/>
          </p:nvSpPr>
          <p:spPr>
            <a:xfrm rot="-5677505">
              <a:off x="4203588" y="1826074"/>
              <a:ext cx="3299419" cy="44092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1" name="Google Shape;111;p10"/>
            <p:cNvSpPr/>
            <p:nvPr/>
          </p:nvSpPr>
          <p:spPr>
            <a:xfrm rot="-5400000">
              <a:off x="3295430" y="2801718"/>
              <a:ext cx="6053675" cy="1254560"/>
            </a:xfrm>
            <a:custGeom>
              <a:avLst/>
              <a:gdLst/>
              <a:ahLst/>
              <a:cxnLst/>
              <a:rect l="l" t="t" r="r" b="b"/>
              <a:pathLst>
                <a:path w="10000" h="8000" extrusionOk="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lt1"/>
            </a:solidFill>
            <a:ln>
              <a:noFill/>
            </a:ln>
          </p:spPr>
        </p:sp>
        <p:sp>
          <p:nvSpPr>
            <p:cNvPr id="112" name="Google Shape;112;p10"/>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sp>
      </p:grpSp>
      <p:sp>
        <p:nvSpPr>
          <p:cNvPr id="113" name="Google Shape;113;p10"/>
          <p:cNvSpPr txBox="1">
            <a:spLocks noGrp="1"/>
          </p:cNvSpPr>
          <p:nvPr>
            <p:ph type="title"/>
          </p:nvPr>
        </p:nvSpPr>
        <p:spPr>
          <a:xfrm>
            <a:off x="866216" y="1270000"/>
            <a:ext cx="2898900" cy="1302000"/>
          </a:xfrm>
          <a:prstGeom prst="rect">
            <a:avLst/>
          </a:prstGeom>
          <a:noFill/>
          <a:ln>
            <a:noFill/>
          </a:ln>
        </p:spPr>
        <p:txBody>
          <a:bodyPr spcFirstLastPara="1" wrap="square" lIns="68575" tIns="34275" rIns="68575" bIns="34275" anchor="b" anchorCtr="0">
            <a:normAutofit/>
          </a:bodyPr>
          <a:lstStyle>
            <a:lvl1pPr lvl="0" algn="l" rtl="0">
              <a:spcBef>
                <a:spcPts val="0"/>
              </a:spcBef>
              <a:spcAft>
                <a:spcPts val="0"/>
              </a:spcAft>
              <a:buClr>
                <a:schemeClr val="lt2"/>
              </a:buClr>
              <a:buSzPts val="2700"/>
              <a:buFont typeface="Century Gothic"/>
              <a:buNone/>
              <a:defRPr sz="2700" b="0"/>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14" name="Google Shape;114;p10"/>
          <p:cNvSpPr>
            <a:spLocks noGrp="1"/>
          </p:cNvSpPr>
          <p:nvPr>
            <p:ph type="pic" idx="2"/>
          </p:nvPr>
        </p:nvSpPr>
        <p:spPr>
          <a:xfrm>
            <a:off x="4910902" y="857250"/>
            <a:ext cx="2420400" cy="3429000"/>
          </a:xfrm>
          <a:prstGeom prst="roundRect">
            <a:avLst>
              <a:gd name="adj" fmla="val 1858"/>
            </a:avLst>
          </a:prstGeom>
          <a:noFill/>
          <a:ln>
            <a:noFill/>
          </a:ln>
          <a:effectLst>
            <a:outerShdw blurRad="50800" dist="50800" dir="5400000" algn="tl" rotWithShape="0">
              <a:srgbClr val="000000">
                <a:alpha val="42750"/>
              </a:srgbClr>
            </a:outerShdw>
          </a:effectLst>
        </p:spPr>
        <p:txBody>
          <a:bodyPr spcFirstLastPara="1" wrap="square" lIns="68575" tIns="34275" rIns="68575" bIns="34275" anchor="t" anchorCtr="0">
            <a:noAutofit/>
          </a:bodyPr>
          <a:lstStyle>
            <a:lvl1pPr marR="0" lvl="0" algn="ctr"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1pPr>
            <a:lvl2pPr marR="0" lvl="1"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2pPr>
            <a:lvl3pPr marR="0" lvl="2"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3pPr>
            <a:lvl4pPr marR="0" lvl="3"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4pPr>
            <a:lvl5pPr marR="0" lvl="4"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5pPr>
            <a:lvl6pPr marR="0" lvl="5"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6pPr>
            <a:lvl7pPr marR="0" lvl="6"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7pPr>
            <a:lvl8pPr marR="0" lvl="7"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8pPr>
            <a:lvl9pPr marR="0" lvl="8"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9pPr>
          </a:lstStyle>
          <a:p>
            <a:endParaRPr/>
          </a:p>
        </p:txBody>
      </p:sp>
      <p:sp>
        <p:nvSpPr>
          <p:cNvPr id="115" name="Google Shape;115;p10"/>
          <p:cNvSpPr txBox="1">
            <a:spLocks noGrp="1"/>
          </p:cNvSpPr>
          <p:nvPr>
            <p:ph type="body" idx="1"/>
          </p:nvPr>
        </p:nvSpPr>
        <p:spPr>
          <a:xfrm>
            <a:off x="866216" y="2743200"/>
            <a:ext cx="2894400" cy="10287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a:solidFill>
                  <a:srgbClr val="EE52A4"/>
                </a:solidFill>
              </a:defRPr>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116" name="Google Shape;116;p10"/>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17" name="Google Shape;117;p10"/>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18" name="Google Shape;118;p10"/>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9" name="Google Shape;119;p10"/>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anoramic Picture with Caption">
  <p:cSld name="Panoramic Picture with Caption">
    <p:spTree>
      <p:nvGrpSpPr>
        <p:cNvPr id="1" name="Shape 120"/>
        <p:cNvGrpSpPr/>
        <p:nvPr/>
      </p:nvGrpSpPr>
      <p:grpSpPr>
        <a:xfrm>
          <a:off x="0" y="0"/>
          <a:ext cx="0" cy="0"/>
          <a:chOff x="0" y="0"/>
          <a:chExt cx="0" cy="0"/>
        </a:xfrm>
      </p:grpSpPr>
      <p:grpSp>
        <p:nvGrpSpPr>
          <p:cNvPr id="121" name="Google Shape;121;p11"/>
          <p:cNvGrpSpPr/>
          <p:nvPr/>
        </p:nvGrpSpPr>
        <p:grpSpPr>
          <a:xfrm>
            <a:off x="0" y="0"/>
            <a:ext cx="9144009" cy="5143500"/>
            <a:chOff x="0" y="0"/>
            <a:chExt cx="12192011" cy="6858000"/>
          </a:xfrm>
        </p:grpSpPr>
        <p:sp>
          <p:nvSpPr>
            <p:cNvPr id="122" name="Google Shape;122;p11"/>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3" name="Google Shape;123;p11"/>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4" name="Google Shape;124;p11"/>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5" name="Google Shape;125;p11"/>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6" name="Google Shape;126;p11"/>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7" name="Google Shape;127;p11"/>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8" name="Google Shape;128;p11"/>
            <p:cNvSpPr/>
            <p:nvPr/>
          </p:nvSpPr>
          <p:spPr>
            <a:xfrm rot="10371520">
              <a:off x="263754" y="4438261"/>
              <a:ext cx="3299420" cy="44092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9" name="Google Shape;129;p11"/>
            <p:cNvSpPr/>
            <p:nvPr/>
          </p:nvSpPr>
          <p:spPr>
            <a:xfrm rot="10800000">
              <a:off x="459506" y="321130"/>
              <a:ext cx="11277600" cy="4533900"/>
            </a:xfrm>
            <a:custGeom>
              <a:avLst/>
              <a:gdLst/>
              <a:ahLst/>
              <a:cxnLst/>
              <a:rect l="l" t="t" r="r" b="b"/>
              <a:pathLst>
                <a:path w="7104" h="2856" extrusionOk="0">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lt1"/>
            </a:solidFill>
            <a:ln>
              <a:noFill/>
            </a:ln>
          </p:spPr>
        </p:sp>
        <p:sp>
          <p:nvSpPr>
            <p:cNvPr id="130" name="Google Shape;130;p11"/>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sp>
      </p:grpSp>
      <p:sp>
        <p:nvSpPr>
          <p:cNvPr id="131" name="Google Shape;131;p11"/>
          <p:cNvSpPr txBox="1">
            <a:spLocks noGrp="1"/>
          </p:cNvSpPr>
          <p:nvPr>
            <p:ph type="title"/>
          </p:nvPr>
        </p:nvSpPr>
        <p:spPr>
          <a:xfrm>
            <a:off x="866216" y="3727445"/>
            <a:ext cx="6619200" cy="425100"/>
          </a:xfrm>
          <a:prstGeom prst="rect">
            <a:avLst/>
          </a:prstGeom>
          <a:noFill/>
          <a:ln>
            <a:noFill/>
          </a:ln>
        </p:spPr>
        <p:txBody>
          <a:bodyPr spcFirstLastPara="1" wrap="square" lIns="68575" tIns="34275" rIns="68575" bIns="34275" anchor="b" anchorCtr="0">
            <a:normAutofit/>
          </a:bodyPr>
          <a:lstStyle>
            <a:lvl1pPr lvl="0" algn="l" rtl="0">
              <a:spcBef>
                <a:spcPts val="0"/>
              </a:spcBef>
              <a:spcAft>
                <a:spcPts val="0"/>
              </a:spcAft>
              <a:buClr>
                <a:schemeClr val="lt2"/>
              </a:buClr>
              <a:buSzPts val="1800"/>
              <a:buFont typeface="Century Gothic"/>
              <a:buNone/>
              <a:defRPr sz="1800" b="0"/>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32" name="Google Shape;132;p11"/>
          <p:cNvSpPr>
            <a:spLocks noGrp="1"/>
          </p:cNvSpPr>
          <p:nvPr>
            <p:ph type="pic" idx="2"/>
          </p:nvPr>
        </p:nvSpPr>
        <p:spPr>
          <a:xfrm>
            <a:off x="866216" y="514350"/>
            <a:ext cx="6619200" cy="2571900"/>
          </a:xfrm>
          <a:prstGeom prst="roundRect">
            <a:avLst>
              <a:gd name="adj" fmla="val 1858"/>
            </a:avLst>
          </a:prstGeom>
          <a:noFill/>
          <a:ln>
            <a:noFill/>
          </a:ln>
          <a:effectLst>
            <a:outerShdw blurRad="50800" dist="50800" dir="5400000" algn="tl" rotWithShape="0">
              <a:srgbClr val="000000">
                <a:alpha val="42750"/>
              </a:srgbClr>
            </a:outerShdw>
          </a:effectLst>
        </p:spPr>
        <p:txBody>
          <a:bodyPr spcFirstLastPara="1" wrap="square" lIns="68575" tIns="34275" rIns="68575" bIns="34275" anchor="t" anchorCtr="0">
            <a:noAutofit/>
          </a:bodyPr>
          <a:lstStyle>
            <a:lvl1pPr marR="0" lvl="0" algn="ctr"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1pPr>
            <a:lvl2pPr marR="0" lvl="1"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2pPr>
            <a:lvl3pPr marR="0" lvl="2"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3pPr>
            <a:lvl4pPr marR="0" lvl="3"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4pPr>
            <a:lvl5pPr marR="0" lvl="4"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5pPr>
            <a:lvl6pPr marR="0" lvl="5"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6pPr>
            <a:lvl7pPr marR="0" lvl="6"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7pPr>
            <a:lvl8pPr marR="0" lvl="7"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8pPr>
            <a:lvl9pPr marR="0" lvl="8"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9pPr>
          </a:lstStyle>
          <a:p>
            <a:endParaRPr/>
          </a:p>
        </p:txBody>
      </p:sp>
      <p:sp>
        <p:nvSpPr>
          <p:cNvPr id="133" name="Google Shape;133;p11"/>
          <p:cNvSpPr txBox="1">
            <a:spLocks noGrp="1"/>
          </p:cNvSpPr>
          <p:nvPr>
            <p:ph type="body" idx="1"/>
          </p:nvPr>
        </p:nvSpPr>
        <p:spPr>
          <a:xfrm>
            <a:off x="866216" y="4152499"/>
            <a:ext cx="6619200" cy="3705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700"/>
              <a:buNone/>
              <a:defRPr sz="900">
                <a:solidFill>
                  <a:srgbClr val="EE52A4"/>
                </a:solidFill>
              </a:defRPr>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134" name="Google Shape;134;p11"/>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35" name="Google Shape;135;p11"/>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36" name="Google Shape;136;p11"/>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37" name="Google Shape;137;p11"/>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Title and Caption">
  <p:cSld name="Title and Caption">
    <p:spTree>
      <p:nvGrpSpPr>
        <p:cNvPr id="1" name="Shape 138"/>
        <p:cNvGrpSpPr/>
        <p:nvPr/>
      </p:nvGrpSpPr>
      <p:grpSpPr>
        <a:xfrm>
          <a:off x="0" y="0"/>
          <a:ext cx="0" cy="0"/>
          <a:chOff x="0" y="0"/>
          <a:chExt cx="0" cy="0"/>
        </a:xfrm>
      </p:grpSpPr>
      <p:grpSp>
        <p:nvGrpSpPr>
          <p:cNvPr id="139" name="Google Shape;139;p12"/>
          <p:cNvGrpSpPr/>
          <p:nvPr/>
        </p:nvGrpSpPr>
        <p:grpSpPr>
          <a:xfrm>
            <a:off x="0" y="0"/>
            <a:ext cx="9144009" cy="5143500"/>
            <a:chOff x="0" y="0"/>
            <a:chExt cx="12192011" cy="6858000"/>
          </a:xfrm>
        </p:grpSpPr>
        <p:sp>
          <p:nvSpPr>
            <p:cNvPr id="140" name="Google Shape;140;p12"/>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1" name="Google Shape;141;p12"/>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2" name="Google Shape;142;p12"/>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3" name="Google Shape;143;p12"/>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4" name="Google Shape;144;p12"/>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5" name="Google Shape;145;p12"/>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6" name="Google Shape;146;p12"/>
            <p:cNvSpPr/>
            <p:nvPr/>
          </p:nvSpPr>
          <p:spPr>
            <a:xfrm rot="-589939">
              <a:off x="8490949" y="2714870"/>
              <a:ext cx="3299413" cy="44092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7" name="Google Shape;147;p12"/>
            <p:cNvSpPr/>
            <p:nvPr/>
          </p:nvSpPr>
          <p:spPr>
            <a:xfrm>
              <a:off x="455612" y="2801319"/>
              <a:ext cx="11277600" cy="3602637"/>
            </a:xfrm>
            <a:custGeom>
              <a:avLst/>
              <a:gdLst/>
              <a:ahLst/>
              <a:cxnLst/>
              <a:rect l="l" t="t" r="r" b="b"/>
              <a:pathLst>
                <a:path w="10000" h="7946" extrusionOk="0">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lt1"/>
            </a:solidFill>
            <a:ln>
              <a:noFill/>
            </a:ln>
          </p:spPr>
        </p:sp>
        <p:sp>
          <p:nvSpPr>
            <p:cNvPr id="148" name="Google Shape;148;p12"/>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sp>
      </p:grpSp>
      <p:sp>
        <p:nvSpPr>
          <p:cNvPr id="149" name="Google Shape;149;p12"/>
          <p:cNvSpPr txBox="1">
            <a:spLocks noGrp="1"/>
          </p:cNvSpPr>
          <p:nvPr>
            <p:ph type="title"/>
          </p:nvPr>
        </p:nvSpPr>
        <p:spPr>
          <a:xfrm>
            <a:off x="861599" y="797563"/>
            <a:ext cx="6623700" cy="1029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3000"/>
              <a:buFont typeface="Century Gothic"/>
              <a:buNone/>
              <a:defRPr sz="3000"/>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50" name="Google Shape;150;p12"/>
          <p:cNvSpPr txBox="1">
            <a:spLocks noGrp="1"/>
          </p:cNvSpPr>
          <p:nvPr>
            <p:ph type="body" idx="1"/>
          </p:nvPr>
        </p:nvSpPr>
        <p:spPr>
          <a:xfrm>
            <a:off x="866216" y="2657475"/>
            <a:ext cx="6619200" cy="1857300"/>
          </a:xfrm>
          <a:prstGeom prst="rect">
            <a:avLst/>
          </a:prstGeom>
          <a:noFill/>
          <a:ln>
            <a:noFill/>
          </a:ln>
        </p:spPr>
        <p:txBody>
          <a:bodyPr spcFirstLastPara="1" wrap="square" lIns="68575" tIns="34275" rIns="68575" bIns="34275" anchor="ctr" anchorCtr="0">
            <a:normAutofit/>
          </a:bodyPr>
          <a:lstStyle>
            <a:lvl1pPr marL="457200" lvl="0" indent="-228600" algn="l" rtl="0">
              <a:spcBef>
                <a:spcPts val="800"/>
              </a:spcBef>
              <a:spcAft>
                <a:spcPts val="0"/>
              </a:spcAft>
              <a:buSzPts val="1100"/>
              <a:buNone/>
              <a:defRPr sz="1400"/>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151" name="Google Shape;151;p12"/>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52" name="Google Shape;152;p12"/>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53" name="Google Shape;153;p12"/>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4" name="Google Shape;154;p12"/>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Quote with Caption">
  <p:cSld name="Quote with Caption">
    <p:spTree>
      <p:nvGrpSpPr>
        <p:cNvPr id="1" name="Shape 155"/>
        <p:cNvGrpSpPr/>
        <p:nvPr/>
      </p:nvGrpSpPr>
      <p:grpSpPr>
        <a:xfrm>
          <a:off x="0" y="0"/>
          <a:ext cx="0" cy="0"/>
          <a:chOff x="0" y="0"/>
          <a:chExt cx="0" cy="0"/>
        </a:xfrm>
      </p:grpSpPr>
      <p:grpSp>
        <p:nvGrpSpPr>
          <p:cNvPr id="156" name="Google Shape;156;p13"/>
          <p:cNvGrpSpPr/>
          <p:nvPr/>
        </p:nvGrpSpPr>
        <p:grpSpPr>
          <a:xfrm>
            <a:off x="0" y="0"/>
            <a:ext cx="9144009" cy="5143500"/>
            <a:chOff x="0" y="0"/>
            <a:chExt cx="12192011" cy="6858000"/>
          </a:xfrm>
        </p:grpSpPr>
        <p:sp>
          <p:nvSpPr>
            <p:cNvPr id="157" name="Google Shape;157;p13"/>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8" name="Google Shape;158;p13"/>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59" name="Google Shape;159;p13"/>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0" name="Google Shape;160;p13"/>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1" name="Google Shape;161;p13"/>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2" name="Google Shape;162;p13"/>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3" name="Google Shape;163;p13"/>
            <p:cNvSpPr/>
            <p:nvPr/>
          </p:nvSpPr>
          <p:spPr>
            <a:xfrm rot="-589939">
              <a:off x="8490949" y="4185114"/>
              <a:ext cx="3299413" cy="44092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64" name="Google Shape;164;p13"/>
            <p:cNvSpPr/>
            <p:nvPr/>
          </p:nvSpPr>
          <p:spPr>
            <a:xfrm>
              <a:off x="455612" y="4241801"/>
              <a:ext cx="11277600" cy="2337160"/>
            </a:xfrm>
            <a:custGeom>
              <a:avLst/>
              <a:gdLst/>
              <a:ahLst/>
              <a:cxnLst/>
              <a:rect l="l" t="t" r="r" b="b"/>
              <a:pathLst>
                <a:path w="10000" h="8000" extrusionOk="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lt1"/>
            </a:solidFill>
            <a:ln>
              <a:noFill/>
            </a:ln>
          </p:spPr>
        </p:sp>
        <p:sp>
          <p:nvSpPr>
            <p:cNvPr id="165" name="Google Shape;165;p13"/>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sp>
      </p:grpSp>
      <p:sp>
        <p:nvSpPr>
          <p:cNvPr id="166" name="Google Shape;166;p13"/>
          <p:cNvSpPr txBox="1"/>
          <p:nvPr/>
        </p:nvSpPr>
        <p:spPr>
          <a:xfrm>
            <a:off x="661175" y="455502"/>
            <a:ext cx="601500" cy="1177500"/>
          </a:xfrm>
          <a:prstGeom prst="rect">
            <a:avLst/>
          </a:prstGeom>
          <a:noFill/>
          <a:ln>
            <a:noFill/>
          </a:ln>
        </p:spPr>
        <p:txBody>
          <a:bodyPr spcFirstLastPara="1" wrap="square" lIns="68575" tIns="34275" rIns="68575" bIns="34275" anchor="t" anchorCtr="0">
            <a:spAutoFit/>
          </a:bodyPr>
          <a:lstStyle/>
          <a:p>
            <a:pPr marL="0" marR="0" lvl="0" indent="0" algn="r" rtl="0">
              <a:spcBef>
                <a:spcPts val="0"/>
              </a:spcBef>
              <a:spcAft>
                <a:spcPts val="0"/>
              </a:spcAft>
              <a:buNone/>
            </a:pPr>
            <a:r>
              <a:rPr lang="en" sz="7200" b="0" i="0" u="none" strike="noStrike" cap="none">
                <a:solidFill>
                  <a:srgbClr val="EE52A4"/>
                </a:solidFill>
                <a:latin typeface="Arial"/>
                <a:ea typeface="Arial"/>
                <a:cs typeface="Arial"/>
                <a:sym typeface="Arial"/>
              </a:rPr>
              <a:t>“</a:t>
            </a:r>
            <a:endParaRPr sz="1100"/>
          </a:p>
        </p:txBody>
      </p:sp>
      <p:sp>
        <p:nvSpPr>
          <p:cNvPr id="167" name="Google Shape;167;p13"/>
          <p:cNvSpPr txBox="1"/>
          <p:nvPr/>
        </p:nvSpPr>
        <p:spPr>
          <a:xfrm>
            <a:off x="7413343" y="1960340"/>
            <a:ext cx="489600" cy="1177500"/>
          </a:xfrm>
          <a:prstGeom prst="rect">
            <a:avLst/>
          </a:prstGeom>
          <a:noFill/>
          <a:ln>
            <a:noFill/>
          </a:ln>
        </p:spPr>
        <p:txBody>
          <a:bodyPr spcFirstLastPara="1" wrap="square" lIns="68575" tIns="34275" rIns="68575" bIns="34275" anchor="t" anchorCtr="0">
            <a:spAutoFit/>
          </a:bodyPr>
          <a:lstStyle/>
          <a:p>
            <a:pPr marL="0" marR="0" lvl="0" indent="0" algn="r" rtl="0">
              <a:spcBef>
                <a:spcPts val="0"/>
              </a:spcBef>
              <a:spcAft>
                <a:spcPts val="0"/>
              </a:spcAft>
              <a:buNone/>
            </a:pPr>
            <a:r>
              <a:rPr lang="en" sz="7200" b="0" i="0" u="none" strike="noStrike" cap="none">
                <a:solidFill>
                  <a:srgbClr val="EE52A4"/>
                </a:solidFill>
                <a:latin typeface="Arial"/>
                <a:ea typeface="Arial"/>
                <a:cs typeface="Arial"/>
                <a:sym typeface="Arial"/>
              </a:rPr>
              <a:t>”</a:t>
            </a:r>
            <a:endParaRPr sz="1100"/>
          </a:p>
        </p:txBody>
      </p:sp>
      <p:sp>
        <p:nvSpPr>
          <p:cNvPr id="168" name="Google Shape;168;p13"/>
          <p:cNvSpPr txBox="1">
            <a:spLocks noGrp="1"/>
          </p:cNvSpPr>
          <p:nvPr>
            <p:ph type="title"/>
          </p:nvPr>
        </p:nvSpPr>
        <p:spPr>
          <a:xfrm>
            <a:off x="1186409" y="736600"/>
            <a:ext cx="6340500" cy="2022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3000"/>
              <a:buFont typeface="Century Gothic"/>
              <a:buNone/>
              <a:defRPr sz="3000"/>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69" name="Google Shape;169;p13"/>
          <p:cNvSpPr txBox="1">
            <a:spLocks noGrp="1"/>
          </p:cNvSpPr>
          <p:nvPr>
            <p:ph type="body" idx="1"/>
          </p:nvPr>
        </p:nvSpPr>
        <p:spPr>
          <a:xfrm>
            <a:off x="1459459" y="2759075"/>
            <a:ext cx="5798400" cy="2568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b="0" i="0" cap="small">
                <a:solidFill>
                  <a:srgbClr val="EE52A4"/>
                </a:solidFill>
                <a:latin typeface="Century Gothic"/>
                <a:ea typeface="Century Gothic"/>
                <a:cs typeface="Century Gothic"/>
                <a:sym typeface="Century Gothic"/>
              </a:defRPr>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170" name="Google Shape;170;p13"/>
          <p:cNvSpPr txBox="1">
            <a:spLocks noGrp="1"/>
          </p:cNvSpPr>
          <p:nvPr>
            <p:ph type="body" idx="2"/>
          </p:nvPr>
        </p:nvSpPr>
        <p:spPr>
          <a:xfrm>
            <a:off x="866216" y="3771899"/>
            <a:ext cx="6933600" cy="748500"/>
          </a:xfrm>
          <a:prstGeom prst="rect">
            <a:avLst/>
          </a:prstGeom>
          <a:noFill/>
          <a:ln>
            <a:noFill/>
          </a:ln>
        </p:spPr>
        <p:txBody>
          <a:bodyPr spcFirstLastPara="1" wrap="square" lIns="68575" tIns="34275" rIns="68575" bIns="34275" anchor="ctr" anchorCtr="0">
            <a:normAutofit/>
          </a:bodyPr>
          <a:lstStyle>
            <a:lvl1pPr marL="457200" lvl="0" indent="-228600" algn="l" rtl="0">
              <a:spcBef>
                <a:spcPts val="800"/>
              </a:spcBef>
              <a:spcAft>
                <a:spcPts val="0"/>
              </a:spcAft>
              <a:buSzPts val="800"/>
              <a:buNone/>
              <a:defRPr sz="1100"/>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171" name="Google Shape;171;p13"/>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72" name="Google Shape;172;p13"/>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73" name="Google Shape;173;p13"/>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74" name="Google Shape;174;p13"/>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Name Card">
  <p:cSld name="Name Card">
    <p:spTree>
      <p:nvGrpSpPr>
        <p:cNvPr id="1" name="Shape 175"/>
        <p:cNvGrpSpPr/>
        <p:nvPr/>
      </p:nvGrpSpPr>
      <p:grpSpPr>
        <a:xfrm>
          <a:off x="0" y="0"/>
          <a:ext cx="0" cy="0"/>
          <a:chOff x="0" y="0"/>
          <a:chExt cx="0" cy="0"/>
        </a:xfrm>
      </p:grpSpPr>
      <p:grpSp>
        <p:nvGrpSpPr>
          <p:cNvPr id="176" name="Google Shape;176;p14"/>
          <p:cNvGrpSpPr/>
          <p:nvPr/>
        </p:nvGrpSpPr>
        <p:grpSpPr>
          <a:xfrm>
            <a:off x="0" y="0"/>
            <a:ext cx="9144009" cy="5143500"/>
            <a:chOff x="0" y="0"/>
            <a:chExt cx="12192011" cy="6858000"/>
          </a:xfrm>
        </p:grpSpPr>
        <p:sp>
          <p:nvSpPr>
            <p:cNvPr id="177" name="Google Shape;177;p14"/>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78" name="Google Shape;178;p14"/>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79" name="Google Shape;179;p14"/>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0" name="Google Shape;180;p14"/>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1" name="Google Shape;181;p14"/>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182;p14"/>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3" name="Google Shape;183;p14"/>
            <p:cNvSpPr/>
            <p:nvPr/>
          </p:nvSpPr>
          <p:spPr>
            <a:xfrm rot="-589939">
              <a:off x="8490949" y="4193580"/>
              <a:ext cx="3299413" cy="44092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4" name="Google Shape;184;p14"/>
            <p:cNvSpPr/>
            <p:nvPr/>
          </p:nvSpPr>
          <p:spPr>
            <a:xfrm>
              <a:off x="455612" y="4241801"/>
              <a:ext cx="11277600" cy="2337160"/>
            </a:xfrm>
            <a:custGeom>
              <a:avLst/>
              <a:gdLst/>
              <a:ahLst/>
              <a:cxnLst/>
              <a:rect l="l" t="t" r="r" b="b"/>
              <a:pathLst>
                <a:path w="10000" h="8000" extrusionOk="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lt1"/>
            </a:solidFill>
            <a:ln>
              <a:noFill/>
            </a:ln>
          </p:spPr>
        </p:sp>
        <p:sp>
          <p:nvSpPr>
            <p:cNvPr id="185" name="Google Shape;185;p14"/>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sp>
      </p:grpSp>
      <p:sp>
        <p:nvSpPr>
          <p:cNvPr id="186" name="Google Shape;186;p14"/>
          <p:cNvSpPr txBox="1">
            <a:spLocks noGrp="1"/>
          </p:cNvSpPr>
          <p:nvPr>
            <p:ph type="title"/>
          </p:nvPr>
        </p:nvSpPr>
        <p:spPr>
          <a:xfrm>
            <a:off x="866216" y="1778000"/>
            <a:ext cx="6619200" cy="1366800"/>
          </a:xfrm>
          <a:prstGeom prst="rect">
            <a:avLst/>
          </a:prstGeom>
          <a:noFill/>
          <a:ln>
            <a:noFill/>
          </a:ln>
        </p:spPr>
        <p:txBody>
          <a:bodyPr spcFirstLastPara="1" wrap="square" lIns="68575" tIns="34275" rIns="68575" bIns="34275" anchor="b" anchorCtr="0">
            <a:noAutofit/>
          </a:bodyPr>
          <a:lstStyle>
            <a:lvl1pPr lvl="0" algn="l" rtl="0">
              <a:spcBef>
                <a:spcPts val="0"/>
              </a:spcBef>
              <a:spcAft>
                <a:spcPts val="0"/>
              </a:spcAft>
              <a:buClr>
                <a:schemeClr val="lt2"/>
              </a:buClr>
              <a:buSzPts val="3000"/>
              <a:buFont typeface="Century Gothic"/>
              <a:buNone/>
              <a:defRPr sz="3000" b="0" cap="none"/>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87" name="Google Shape;187;p14"/>
          <p:cNvSpPr txBox="1">
            <a:spLocks noGrp="1"/>
          </p:cNvSpPr>
          <p:nvPr>
            <p:ph type="body" idx="1"/>
          </p:nvPr>
        </p:nvSpPr>
        <p:spPr>
          <a:xfrm>
            <a:off x="866216" y="3768725"/>
            <a:ext cx="6619200" cy="6453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1200"/>
              <a:buNone/>
              <a:defRPr sz="1500" cap="none">
                <a:solidFill>
                  <a:srgbClr val="EE52A4"/>
                </a:solidFill>
              </a:defRPr>
            </a:lvl1pPr>
            <a:lvl2pPr marL="914400" lvl="1" indent="-228600" algn="l" rtl="0">
              <a:spcBef>
                <a:spcPts val="800"/>
              </a:spcBef>
              <a:spcAft>
                <a:spcPts val="0"/>
              </a:spcAft>
              <a:buSzPts val="1100"/>
              <a:buNone/>
              <a:defRPr sz="1400">
                <a:solidFill>
                  <a:srgbClr val="888888"/>
                </a:solidFill>
              </a:defRPr>
            </a:lvl2pPr>
            <a:lvl3pPr marL="1371600" lvl="2" indent="-228600" algn="l" rtl="0">
              <a:spcBef>
                <a:spcPts val="800"/>
              </a:spcBef>
              <a:spcAft>
                <a:spcPts val="0"/>
              </a:spcAft>
              <a:buSzPts val="1000"/>
              <a:buNone/>
              <a:defRPr sz="1200">
                <a:solidFill>
                  <a:srgbClr val="888888"/>
                </a:solidFill>
              </a:defRPr>
            </a:lvl3pPr>
            <a:lvl4pPr marL="1828800" lvl="3" indent="-228600" algn="l" rtl="0">
              <a:spcBef>
                <a:spcPts val="800"/>
              </a:spcBef>
              <a:spcAft>
                <a:spcPts val="0"/>
              </a:spcAft>
              <a:buSzPts val="800"/>
              <a:buNone/>
              <a:defRPr sz="1100">
                <a:solidFill>
                  <a:srgbClr val="888888"/>
                </a:solidFill>
              </a:defRPr>
            </a:lvl4pPr>
            <a:lvl5pPr marL="2286000" lvl="4" indent="-228600" algn="l" rtl="0">
              <a:spcBef>
                <a:spcPts val="800"/>
              </a:spcBef>
              <a:spcAft>
                <a:spcPts val="0"/>
              </a:spcAft>
              <a:buSzPts val="800"/>
              <a:buNone/>
              <a:defRPr sz="1100">
                <a:solidFill>
                  <a:srgbClr val="888888"/>
                </a:solidFill>
              </a:defRPr>
            </a:lvl5pPr>
            <a:lvl6pPr marL="2743200" lvl="5" indent="-228600" algn="l" rtl="0">
              <a:spcBef>
                <a:spcPts val="800"/>
              </a:spcBef>
              <a:spcAft>
                <a:spcPts val="0"/>
              </a:spcAft>
              <a:buSzPts val="800"/>
              <a:buNone/>
              <a:defRPr sz="1100">
                <a:solidFill>
                  <a:srgbClr val="888888"/>
                </a:solidFill>
              </a:defRPr>
            </a:lvl6pPr>
            <a:lvl7pPr marL="3200400" lvl="6" indent="-228600" algn="l" rtl="0">
              <a:spcBef>
                <a:spcPts val="800"/>
              </a:spcBef>
              <a:spcAft>
                <a:spcPts val="0"/>
              </a:spcAft>
              <a:buSzPts val="800"/>
              <a:buNone/>
              <a:defRPr sz="1100">
                <a:solidFill>
                  <a:srgbClr val="888888"/>
                </a:solidFill>
              </a:defRPr>
            </a:lvl7pPr>
            <a:lvl8pPr marL="3657600" lvl="7" indent="-228600" algn="l" rtl="0">
              <a:spcBef>
                <a:spcPts val="800"/>
              </a:spcBef>
              <a:spcAft>
                <a:spcPts val="0"/>
              </a:spcAft>
              <a:buSzPts val="800"/>
              <a:buNone/>
              <a:defRPr sz="1100">
                <a:solidFill>
                  <a:srgbClr val="888888"/>
                </a:solidFill>
              </a:defRPr>
            </a:lvl8pPr>
            <a:lvl9pPr marL="4114800" lvl="8" indent="-228600" algn="l" rtl="0">
              <a:spcBef>
                <a:spcPts val="800"/>
              </a:spcBef>
              <a:spcAft>
                <a:spcPts val="0"/>
              </a:spcAft>
              <a:buSzPts val="800"/>
              <a:buNone/>
              <a:defRPr sz="1100">
                <a:solidFill>
                  <a:srgbClr val="888888"/>
                </a:solidFill>
              </a:defRPr>
            </a:lvl9pPr>
          </a:lstStyle>
          <a:p>
            <a:endParaRPr/>
          </a:p>
        </p:txBody>
      </p:sp>
      <p:sp>
        <p:nvSpPr>
          <p:cNvPr id="188" name="Google Shape;188;p14"/>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89" name="Google Shape;189;p14"/>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90" name="Google Shape;190;p14"/>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1" name="Google Shape;191;p14"/>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 Column">
  <p:cSld name="3 Column">
    <p:spTree>
      <p:nvGrpSpPr>
        <p:cNvPr id="1" name="Shape 192"/>
        <p:cNvGrpSpPr/>
        <p:nvPr/>
      </p:nvGrpSpPr>
      <p:grpSpPr>
        <a:xfrm>
          <a:off x="0" y="0"/>
          <a:ext cx="0" cy="0"/>
          <a:chOff x="0" y="0"/>
          <a:chExt cx="0" cy="0"/>
        </a:xfrm>
      </p:grpSpPr>
      <p:sp>
        <p:nvSpPr>
          <p:cNvPr id="193" name="Google Shape;193;p15"/>
          <p:cNvSpPr txBox="1">
            <a:spLocks noGrp="1"/>
          </p:cNvSpPr>
          <p:nvPr>
            <p:ph type="title"/>
          </p:nvPr>
        </p:nvSpPr>
        <p:spPr>
          <a:xfrm>
            <a:off x="866216" y="730251"/>
            <a:ext cx="6619200" cy="5304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2700"/>
              <a:buFont typeface="Century Gothic"/>
              <a:buNone/>
              <a:defRPr sz="2700"/>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194" name="Google Shape;194;p15"/>
          <p:cNvSpPr txBox="1">
            <a:spLocks noGrp="1"/>
          </p:cNvSpPr>
          <p:nvPr>
            <p:ph type="body" idx="1"/>
          </p:nvPr>
        </p:nvSpPr>
        <p:spPr>
          <a:xfrm>
            <a:off x="866216" y="1952626"/>
            <a:ext cx="2356500" cy="432300"/>
          </a:xfrm>
          <a:prstGeom prst="rect">
            <a:avLst/>
          </a:prstGeom>
          <a:noFill/>
          <a:ln>
            <a:noFill/>
          </a:ln>
        </p:spPr>
        <p:txBody>
          <a:bodyPr spcFirstLastPara="1" wrap="square" lIns="68575" tIns="34275" rIns="68575" bIns="34275" anchor="b" anchorCtr="0">
            <a:noAutofit/>
          </a:bodyPr>
          <a:lstStyle>
            <a:lvl1pPr marL="457200" lvl="0" indent="-228600" algn="l" rtl="0">
              <a:spcBef>
                <a:spcPts val="800"/>
              </a:spcBef>
              <a:spcAft>
                <a:spcPts val="0"/>
              </a:spcAft>
              <a:buSzPts val="1400"/>
              <a:buNone/>
              <a:defRPr sz="1800" b="0">
                <a:solidFill>
                  <a:srgbClr val="EE52A4"/>
                </a:solidFill>
              </a:defRPr>
            </a:lvl1pPr>
            <a:lvl2pPr marL="914400" lvl="1" indent="-228600" algn="l" rtl="0">
              <a:spcBef>
                <a:spcPts val="800"/>
              </a:spcBef>
              <a:spcAft>
                <a:spcPts val="0"/>
              </a:spcAft>
              <a:buSzPts val="1200"/>
              <a:buNone/>
              <a:defRPr sz="1500" b="1"/>
            </a:lvl2pPr>
            <a:lvl3pPr marL="1371600" lvl="2" indent="-228600" algn="l" rtl="0">
              <a:spcBef>
                <a:spcPts val="800"/>
              </a:spcBef>
              <a:spcAft>
                <a:spcPts val="0"/>
              </a:spcAft>
              <a:buSzPts val="1100"/>
              <a:buNone/>
              <a:defRPr sz="1400" b="1"/>
            </a:lvl3pPr>
            <a:lvl4pPr marL="1828800" lvl="3" indent="-228600" algn="l" rtl="0">
              <a:spcBef>
                <a:spcPts val="800"/>
              </a:spcBef>
              <a:spcAft>
                <a:spcPts val="0"/>
              </a:spcAft>
              <a:buSzPts val="1000"/>
              <a:buNone/>
              <a:defRPr sz="1200" b="1"/>
            </a:lvl4pPr>
            <a:lvl5pPr marL="2286000" lvl="4" indent="-228600" algn="l" rtl="0">
              <a:spcBef>
                <a:spcPts val="800"/>
              </a:spcBef>
              <a:spcAft>
                <a:spcPts val="0"/>
              </a:spcAft>
              <a:buSzPts val="1000"/>
              <a:buNone/>
              <a:defRPr sz="1200" b="1"/>
            </a:lvl5pPr>
            <a:lvl6pPr marL="2743200" lvl="5" indent="-228600" algn="l" rtl="0">
              <a:spcBef>
                <a:spcPts val="800"/>
              </a:spcBef>
              <a:spcAft>
                <a:spcPts val="0"/>
              </a:spcAft>
              <a:buSzPts val="1000"/>
              <a:buNone/>
              <a:defRPr sz="1200" b="1"/>
            </a:lvl6pPr>
            <a:lvl7pPr marL="3200400" lvl="6" indent="-228600" algn="l" rtl="0">
              <a:spcBef>
                <a:spcPts val="800"/>
              </a:spcBef>
              <a:spcAft>
                <a:spcPts val="0"/>
              </a:spcAft>
              <a:buSzPts val="1000"/>
              <a:buNone/>
              <a:defRPr sz="1200" b="1"/>
            </a:lvl7pPr>
            <a:lvl8pPr marL="3657600" lvl="7" indent="-228600" algn="l" rtl="0">
              <a:spcBef>
                <a:spcPts val="800"/>
              </a:spcBef>
              <a:spcAft>
                <a:spcPts val="0"/>
              </a:spcAft>
              <a:buSzPts val="1000"/>
              <a:buNone/>
              <a:defRPr sz="1200" b="1"/>
            </a:lvl8pPr>
            <a:lvl9pPr marL="4114800" lvl="8" indent="-228600" algn="l" rtl="0">
              <a:spcBef>
                <a:spcPts val="800"/>
              </a:spcBef>
              <a:spcAft>
                <a:spcPts val="0"/>
              </a:spcAft>
              <a:buSzPts val="1000"/>
              <a:buNone/>
              <a:defRPr sz="1200" b="1"/>
            </a:lvl9pPr>
          </a:lstStyle>
          <a:p>
            <a:endParaRPr/>
          </a:p>
        </p:txBody>
      </p:sp>
      <p:sp>
        <p:nvSpPr>
          <p:cNvPr id="195" name="Google Shape;195;p15"/>
          <p:cNvSpPr txBox="1">
            <a:spLocks noGrp="1"/>
          </p:cNvSpPr>
          <p:nvPr>
            <p:ph type="body" idx="2"/>
          </p:nvPr>
        </p:nvSpPr>
        <p:spPr>
          <a:xfrm>
            <a:off x="866215" y="2384823"/>
            <a:ext cx="2356500" cy="21354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196" name="Google Shape;196;p15"/>
          <p:cNvSpPr txBox="1">
            <a:spLocks noGrp="1"/>
          </p:cNvSpPr>
          <p:nvPr>
            <p:ph type="body" idx="3"/>
          </p:nvPr>
        </p:nvSpPr>
        <p:spPr>
          <a:xfrm>
            <a:off x="3384541" y="1952625"/>
            <a:ext cx="2360100" cy="432300"/>
          </a:xfrm>
          <a:prstGeom prst="rect">
            <a:avLst/>
          </a:prstGeom>
          <a:noFill/>
          <a:ln>
            <a:noFill/>
          </a:ln>
        </p:spPr>
        <p:txBody>
          <a:bodyPr spcFirstLastPara="1" wrap="square" lIns="68575" tIns="34275" rIns="68575" bIns="34275" anchor="b" anchorCtr="0">
            <a:noAutofit/>
          </a:bodyPr>
          <a:lstStyle>
            <a:lvl1pPr marL="457200" lvl="0" indent="-228600" algn="l" rtl="0">
              <a:spcBef>
                <a:spcPts val="800"/>
              </a:spcBef>
              <a:spcAft>
                <a:spcPts val="0"/>
              </a:spcAft>
              <a:buSzPts val="1400"/>
              <a:buNone/>
              <a:defRPr sz="1800" b="0">
                <a:solidFill>
                  <a:srgbClr val="EE52A4"/>
                </a:solidFill>
              </a:defRPr>
            </a:lvl1pPr>
            <a:lvl2pPr marL="914400" lvl="1" indent="-228600" algn="l" rtl="0">
              <a:spcBef>
                <a:spcPts val="800"/>
              </a:spcBef>
              <a:spcAft>
                <a:spcPts val="0"/>
              </a:spcAft>
              <a:buSzPts val="1200"/>
              <a:buNone/>
              <a:defRPr sz="1500" b="1"/>
            </a:lvl2pPr>
            <a:lvl3pPr marL="1371600" lvl="2" indent="-228600" algn="l" rtl="0">
              <a:spcBef>
                <a:spcPts val="800"/>
              </a:spcBef>
              <a:spcAft>
                <a:spcPts val="0"/>
              </a:spcAft>
              <a:buSzPts val="1100"/>
              <a:buNone/>
              <a:defRPr sz="1400" b="1"/>
            </a:lvl3pPr>
            <a:lvl4pPr marL="1828800" lvl="3" indent="-228600" algn="l" rtl="0">
              <a:spcBef>
                <a:spcPts val="800"/>
              </a:spcBef>
              <a:spcAft>
                <a:spcPts val="0"/>
              </a:spcAft>
              <a:buSzPts val="1000"/>
              <a:buNone/>
              <a:defRPr sz="1200" b="1"/>
            </a:lvl4pPr>
            <a:lvl5pPr marL="2286000" lvl="4" indent="-228600" algn="l" rtl="0">
              <a:spcBef>
                <a:spcPts val="800"/>
              </a:spcBef>
              <a:spcAft>
                <a:spcPts val="0"/>
              </a:spcAft>
              <a:buSzPts val="1000"/>
              <a:buNone/>
              <a:defRPr sz="1200" b="1"/>
            </a:lvl5pPr>
            <a:lvl6pPr marL="2743200" lvl="5" indent="-228600" algn="l" rtl="0">
              <a:spcBef>
                <a:spcPts val="800"/>
              </a:spcBef>
              <a:spcAft>
                <a:spcPts val="0"/>
              </a:spcAft>
              <a:buSzPts val="1000"/>
              <a:buNone/>
              <a:defRPr sz="1200" b="1"/>
            </a:lvl6pPr>
            <a:lvl7pPr marL="3200400" lvl="6" indent="-228600" algn="l" rtl="0">
              <a:spcBef>
                <a:spcPts val="800"/>
              </a:spcBef>
              <a:spcAft>
                <a:spcPts val="0"/>
              </a:spcAft>
              <a:buSzPts val="1000"/>
              <a:buNone/>
              <a:defRPr sz="1200" b="1"/>
            </a:lvl7pPr>
            <a:lvl8pPr marL="3657600" lvl="7" indent="-228600" algn="l" rtl="0">
              <a:spcBef>
                <a:spcPts val="800"/>
              </a:spcBef>
              <a:spcAft>
                <a:spcPts val="0"/>
              </a:spcAft>
              <a:buSzPts val="1000"/>
              <a:buNone/>
              <a:defRPr sz="1200" b="1"/>
            </a:lvl8pPr>
            <a:lvl9pPr marL="4114800" lvl="8" indent="-228600" algn="l" rtl="0">
              <a:spcBef>
                <a:spcPts val="800"/>
              </a:spcBef>
              <a:spcAft>
                <a:spcPts val="0"/>
              </a:spcAft>
              <a:buSzPts val="1000"/>
              <a:buNone/>
              <a:defRPr sz="1200" b="1"/>
            </a:lvl9pPr>
          </a:lstStyle>
          <a:p>
            <a:endParaRPr/>
          </a:p>
        </p:txBody>
      </p:sp>
      <p:sp>
        <p:nvSpPr>
          <p:cNvPr id="197" name="Google Shape;197;p15"/>
          <p:cNvSpPr txBox="1">
            <a:spLocks noGrp="1"/>
          </p:cNvSpPr>
          <p:nvPr>
            <p:ph type="body" idx="4"/>
          </p:nvPr>
        </p:nvSpPr>
        <p:spPr>
          <a:xfrm>
            <a:off x="3384541" y="2384822"/>
            <a:ext cx="2360100" cy="21354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198" name="Google Shape;198;p15"/>
          <p:cNvSpPr txBox="1">
            <a:spLocks noGrp="1"/>
          </p:cNvSpPr>
          <p:nvPr>
            <p:ph type="body" idx="5"/>
          </p:nvPr>
        </p:nvSpPr>
        <p:spPr>
          <a:xfrm>
            <a:off x="5916101" y="1952626"/>
            <a:ext cx="2359500" cy="432300"/>
          </a:xfrm>
          <a:prstGeom prst="rect">
            <a:avLst/>
          </a:prstGeom>
          <a:noFill/>
          <a:ln>
            <a:noFill/>
          </a:ln>
        </p:spPr>
        <p:txBody>
          <a:bodyPr spcFirstLastPara="1" wrap="square" lIns="68575" tIns="34275" rIns="68575" bIns="34275" anchor="b" anchorCtr="0">
            <a:noAutofit/>
          </a:bodyPr>
          <a:lstStyle>
            <a:lvl1pPr marL="457200" lvl="0" indent="-228600" algn="l" rtl="0">
              <a:spcBef>
                <a:spcPts val="800"/>
              </a:spcBef>
              <a:spcAft>
                <a:spcPts val="0"/>
              </a:spcAft>
              <a:buSzPts val="1400"/>
              <a:buNone/>
              <a:defRPr sz="1800" b="0">
                <a:solidFill>
                  <a:srgbClr val="EE52A4"/>
                </a:solidFill>
              </a:defRPr>
            </a:lvl1pPr>
            <a:lvl2pPr marL="914400" lvl="1" indent="-228600" algn="l" rtl="0">
              <a:spcBef>
                <a:spcPts val="800"/>
              </a:spcBef>
              <a:spcAft>
                <a:spcPts val="0"/>
              </a:spcAft>
              <a:buSzPts val="1200"/>
              <a:buNone/>
              <a:defRPr sz="1500" b="1"/>
            </a:lvl2pPr>
            <a:lvl3pPr marL="1371600" lvl="2" indent="-228600" algn="l" rtl="0">
              <a:spcBef>
                <a:spcPts val="800"/>
              </a:spcBef>
              <a:spcAft>
                <a:spcPts val="0"/>
              </a:spcAft>
              <a:buSzPts val="1100"/>
              <a:buNone/>
              <a:defRPr sz="1400" b="1"/>
            </a:lvl3pPr>
            <a:lvl4pPr marL="1828800" lvl="3" indent="-228600" algn="l" rtl="0">
              <a:spcBef>
                <a:spcPts val="800"/>
              </a:spcBef>
              <a:spcAft>
                <a:spcPts val="0"/>
              </a:spcAft>
              <a:buSzPts val="1000"/>
              <a:buNone/>
              <a:defRPr sz="1200" b="1"/>
            </a:lvl4pPr>
            <a:lvl5pPr marL="2286000" lvl="4" indent="-228600" algn="l" rtl="0">
              <a:spcBef>
                <a:spcPts val="800"/>
              </a:spcBef>
              <a:spcAft>
                <a:spcPts val="0"/>
              </a:spcAft>
              <a:buSzPts val="1000"/>
              <a:buNone/>
              <a:defRPr sz="1200" b="1"/>
            </a:lvl5pPr>
            <a:lvl6pPr marL="2743200" lvl="5" indent="-228600" algn="l" rtl="0">
              <a:spcBef>
                <a:spcPts val="800"/>
              </a:spcBef>
              <a:spcAft>
                <a:spcPts val="0"/>
              </a:spcAft>
              <a:buSzPts val="1000"/>
              <a:buNone/>
              <a:defRPr sz="1200" b="1"/>
            </a:lvl6pPr>
            <a:lvl7pPr marL="3200400" lvl="6" indent="-228600" algn="l" rtl="0">
              <a:spcBef>
                <a:spcPts val="800"/>
              </a:spcBef>
              <a:spcAft>
                <a:spcPts val="0"/>
              </a:spcAft>
              <a:buSzPts val="1000"/>
              <a:buNone/>
              <a:defRPr sz="1200" b="1"/>
            </a:lvl7pPr>
            <a:lvl8pPr marL="3657600" lvl="7" indent="-228600" algn="l" rtl="0">
              <a:spcBef>
                <a:spcPts val="800"/>
              </a:spcBef>
              <a:spcAft>
                <a:spcPts val="0"/>
              </a:spcAft>
              <a:buSzPts val="1000"/>
              <a:buNone/>
              <a:defRPr sz="1200" b="1"/>
            </a:lvl8pPr>
            <a:lvl9pPr marL="4114800" lvl="8" indent="-228600" algn="l" rtl="0">
              <a:spcBef>
                <a:spcPts val="800"/>
              </a:spcBef>
              <a:spcAft>
                <a:spcPts val="0"/>
              </a:spcAft>
              <a:buSzPts val="1000"/>
              <a:buNone/>
              <a:defRPr sz="1200" b="1"/>
            </a:lvl9pPr>
          </a:lstStyle>
          <a:p>
            <a:endParaRPr/>
          </a:p>
        </p:txBody>
      </p:sp>
      <p:sp>
        <p:nvSpPr>
          <p:cNvPr id="199" name="Google Shape;199;p15"/>
          <p:cNvSpPr txBox="1">
            <a:spLocks noGrp="1"/>
          </p:cNvSpPr>
          <p:nvPr>
            <p:ph type="body" idx="6"/>
          </p:nvPr>
        </p:nvSpPr>
        <p:spPr>
          <a:xfrm>
            <a:off x="5916247" y="2384821"/>
            <a:ext cx="2359200" cy="21354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cxnSp>
        <p:nvCxnSpPr>
          <p:cNvPr id="200" name="Google Shape;200;p15"/>
          <p:cNvCxnSpPr/>
          <p:nvPr/>
        </p:nvCxnSpPr>
        <p:spPr>
          <a:xfrm>
            <a:off x="3302978" y="1927225"/>
            <a:ext cx="0" cy="2619300"/>
          </a:xfrm>
          <a:prstGeom prst="straightConnector1">
            <a:avLst/>
          </a:prstGeom>
          <a:noFill/>
          <a:ln w="12700" cap="flat" cmpd="sng">
            <a:solidFill>
              <a:schemeClr val="accent1">
                <a:alpha val="40000"/>
              </a:schemeClr>
            </a:solidFill>
            <a:prstDash val="solid"/>
            <a:round/>
            <a:headEnd type="none" w="sm" len="sm"/>
            <a:tailEnd type="none" w="sm" len="sm"/>
          </a:ln>
        </p:spPr>
      </p:cxnSp>
      <p:cxnSp>
        <p:nvCxnSpPr>
          <p:cNvPr id="201" name="Google Shape;201;p15"/>
          <p:cNvCxnSpPr/>
          <p:nvPr/>
        </p:nvCxnSpPr>
        <p:spPr>
          <a:xfrm>
            <a:off x="5829301" y="1927225"/>
            <a:ext cx="0" cy="2619300"/>
          </a:xfrm>
          <a:prstGeom prst="straightConnector1">
            <a:avLst/>
          </a:prstGeom>
          <a:noFill/>
          <a:ln w="12700" cap="flat" cmpd="sng">
            <a:solidFill>
              <a:schemeClr val="accent1">
                <a:alpha val="40000"/>
              </a:schemeClr>
            </a:solidFill>
            <a:prstDash val="solid"/>
            <a:round/>
            <a:headEnd type="none" w="sm" len="sm"/>
            <a:tailEnd type="none" w="sm" len="sm"/>
          </a:ln>
        </p:spPr>
      </p:cxnSp>
      <p:sp>
        <p:nvSpPr>
          <p:cNvPr id="202" name="Google Shape;202;p15"/>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03" name="Google Shape;203;p15"/>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04" name="Google Shape;204;p15"/>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 Picture Column">
  <p:cSld name="3 Picture Column">
    <p:spTree>
      <p:nvGrpSpPr>
        <p:cNvPr id="1" name="Shape 205"/>
        <p:cNvGrpSpPr/>
        <p:nvPr/>
      </p:nvGrpSpPr>
      <p:grpSpPr>
        <a:xfrm>
          <a:off x="0" y="0"/>
          <a:ext cx="0" cy="0"/>
          <a:chOff x="0" y="0"/>
          <a:chExt cx="0" cy="0"/>
        </a:xfrm>
      </p:grpSpPr>
      <p:sp>
        <p:nvSpPr>
          <p:cNvPr id="206" name="Google Shape;206;p16"/>
          <p:cNvSpPr txBox="1">
            <a:spLocks noGrp="1"/>
          </p:cNvSpPr>
          <p:nvPr>
            <p:ph type="title"/>
          </p:nvPr>
        </p:nvSpPr>
        <p:spPr>
          <a:xfrm>
            <a:off x="866216" y="730251"/>
            <a:ext cx="6619200" cy="5304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2700"/>
              <a:buFont typeface="Century Gothic"/>
              <a:buNone/>
              <a:defRPr sz="2700"/>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07" name="Google Shape;207;p16"/>
          <p:cNvSpPr txBox="1">
            <a:spLocks noGrp="1"/>
          </p:cNvSpPr>
          <p:nvPr>
            <p:ph type="body" idx="1"/>
          </p:nvPr>
        </p:nvSpPr>
        <p:spPr>
          <a:xfrm>
            <a:off x="866216" y="3399633"/>
            <a:ext cx="2287800" cy="432300"/>
          </a:xfrm>
          <a:prstGeom prst="rect">
            <a:avLst/>
          </a:prstGeom>
          <a:noFill/>
          <a:ln>
            <a:noFill/>
          </a:ln>
        </p:spPr>
        <p:txBody>
          <a:bodyPr spcFirstLastPara="1" wrap="square" lIns="68575" tIns="34275" rIns="68575" bIns="34275" anchor="b" anchorCtr="0">
            <a:noAutofit/>
          </a:bodyPr>
          <a:lstStyle>
            <a:lvl1pPr marL="457200" lvl="0" indent="-228600" algn="l" rtl="0">
              <a:spcBef>
                <a:spcPts val="800"/>
              </a:spcBef>
              <a:spcAft>
                <a:spcPts val="0"/>
              </a:spcAft>
              <a:buSzPts val="1400"/>
              <a:buNone/>
              <a:defRPr sz="1800" b="0">
                <a:solidFill>
                  <a:srgbClr val="EE52A4"/>
                </a:solidFill>
              </a:defRPr>
            </a:lvl1pPr>
            <a:lvl2pPr marL="914400" lvl="1" indent="-228600" algn="l" rtl="0">
              <a:spcBef>
                <a:spcPts val="800"/>
              </a:spcBef>
              <a:spcAft>
                <a:spcPts val="0"/>
              </a:spcAft>
              <a:buSzPts val="1200"/>
              <a:buNone/>
              <a:defRPr sz="1500" b="1"/>
            </a:lvl2pPr>
            <a:lvl3pPr marL="1371600" lvl="2" indent="-228600" algn="l" rtl="0">
              <a:spcBef>
                <a:spcPts val="800"/>
              </a:spcBef>
              <a:spcAft>
                <a:spcPts val="0"/>
              </a:spcAft>
              <a:buSzPts val="1100"/>
              <a:buNone/>
              <a:defRPr sz="1400" b="1"/>
            </a:lvl3pPr>
            <a:lvl4pPr marL="1828800" lvl="3" indent="-228600" algn="l" rtl="0">
              <a:spcBef>
                <a:spcPts val="800"/>
              </a:spcBef>
              <a:spcAft>
                <a:spcPts val="0"/>
              </a:spcAft>
              <a:buSzPts val="1000"/>
              <a:buNone/>
              <a:defRPr sz="1200" b="1"/>
            </a:lvl4pPr>
            <a:lvl5pPr marL="2286000" lvl="4" indent="-228600" algn="l" rtl="0">
              <a:spcBef>
                <a:spcPts val="800"/>
              </a:spcBef>
              <a:spcAft>
                <a:spcPts val="0"/>
              </a:spcAft>
              <a:buSzPts val="1000"/>
              <a:buNone/>
              <a:defRPr sz="1200" b="1"/>
            </a:lvl5pPr>
            <a:lvl6pPr marL="2743200" lvl="5" indent="-228600" algn="l" rtl="0">
              <a:spcBef>
                <a:spcPts val="800"/>
              </a:spcBef>
              <a:spcAft>
                <a:spcPts val="0"/>
              </a:spcAft>
              <a:buSzPts val="1000"/>
              <a:buNone/>
              <a:defRPr sz="1200" b="1"/>
            </a:lvl6pPr>
            <a:lvl7pPr marL="3200400" lvl="6" indent="-228600" algn="l" rtl="0">
              <a:spcBef>
                <a:spcPts val="800"/>
              </a:spcBef>
              <a:spcAft>
                <a:spcPts val="0"/>
              </a:spcAft>
              <a:buSzPts val="1000"/>
              <a:buNone/>
              <a:defRPr sz="1200" b="1"/>
            </a:lvl7pPr>
            <a:lvl8pPr marL="3657600" lvl="7" indent="-228600" algn="l" rtl="0">
              <a:spcBef>
                <a:spcPts val="800"/>
              </a:spcBef>
              <a:spcAft>
                <a:spcPts val="0"/>
              </a:spcAft>
              <a:buSzPts val="1000"/>
              <a:buNone/>
              <a:defRPr sz="1200" b="1"/>
            </a:lvl8pPr>
            <a:lvl9pPr marL="4114800" lvl="8" indent="-228600" algn="l" rtl="0">
              <a:spcBef>
                <a:spcPts val="800"/>
              </a:spcBef>
              <a:spcAft>
                <a:spcPts val="0"/>
              </a:spcAft>
              <a:buSzPts val="1000"/>
              <a:buNone/>
              <a:defRPr sz="1200" b="1"/>
            </a:lvl9pPr>
          </a:lstStyle>
          <a:p>
            <a:endParaRPr/>
          </a:p>
        </p:txBody>
      </p:sp>
      <p:sp>
        <p:nvSpPr>
          <p:cNvPr id="208" name="Google Shape;208;p16"/>
          <p:cNvSpPr>
            <a:spLocks noGrp="1"/>
          </p:cNvSpPr>
          <p:nvPr>
            <p:ph type="pic" idx="2"/>
          </p:nvPr>
        </p:nvSpPr>
        <p:spPr>
          <a:xfrm>
            <a:off x="1000915" y="1952625"/>
            <a:ext cx="2018400" cy="1193700"/>
          </a:xfrm>
          <a:prstGeom prst="roundRect">
            <a:avLst>
              <a:gd name="adj" fmla="val 1858"/>
            </a:avLst>
          </a:prstGeom>
          <a:noFill/>
          <a:ln>
            <a:noFill/>
          </a:ln>
          <a:effectLst>
            <a:outerShdw blurRad="50800" dist="50800" dir="5400000" algn="tl" rotWithShape="0">
              <a:srgbClr val="000000">
                <a:alpha val="42750"/>
              </a:srgbClr>
            </a:outerShdw>
          </a:effectLst>
        </p:spPr>
        <p:txBody>
          <a:bodyPr spcFirstLastPara="1" wrap="square" lIns="68575" tIns="34275" rIns="68575" bIns="34275" anchor="t" anchorCtr="0">
            <a:noAutofit/>
          </a:bodyPr>
          <a:lstStyle>
            <a:lvl1pPr marR="0" lvl="0" algn="ctr"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1pPr>
            <a:lvl2pPr marR="0" lvl="1"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2pPr>
            <a:lvl3pPr marR="0" lvl="2"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3pPr>
            <a:lvl4pPr marR="0" lvl="3"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4pPr>
            <a:lvl5pPr marR="0" lvl="4"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5pPr>
            <a:lvl6pPr marR="0" lvl="5"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6pPr>
            <a:lvl7pPr marR="0" lvl="6"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7pPr>
            <a:lvl8pPr marR="0" lvl="7"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8pPr>
            <a:lvl9pPr marR="0" lvl="8"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9pPr>
          </a:lstStyle>
          <a:p>
            <a:endParaRPr/>
          </a:p>
        </p:txBody>
      </p:sp>
      <p:sp>
        <p:nvSpPr>
          <p:cNvPr id="209" name="Google Shape;209;p16"/>
          <p:cNvSpPr txBox="1">
            <a:spLocks noGrp="1"/>
          </p:cNvSpPr>
          <p:nvPr>
            <p:ph type="body" idx="3"/>
          </p:nvPr>
        </p:nvSpPr>
        <p:spPr>
          <a:xfrm>
            <a:off x="866216" y="3831829"/>
            <a:ext cx="2287800" cy="6885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210" name="Google Shape;210;p16"/>
          <p:cNvSpPr txBox="1">
            <a:spLocks noGrp="1"/>
          </p:cNvSpPr>
          <p:nvPr>
            <p:ph type="body" idx="4"/>
          </p:nvPr>
        </p:nvSpPr>
        <p:spPr>
          <a:xfrm>
            <a:off x="3426649" y="3399633"/>
            <a:ext cx="2287800" cy="432300"/>
          </a:xfrm>
          <a:prstGeom prst="rect">
            <a:avLst/>
          </a:prstGeom>
          <a:noFill/>
          <a:ln>
            <a:noFill/>
          </a:ln>
        </p:spPr>
        <p:txBody>
          <a:bodyPr spcFirstLastPara="1" wrap="square" lIns="68575" tIns="34275" rIns="68575" bIns="34275" anchor="b" anchorCtr="0">
            <a:noAutofit/>
          </a:bodyPr>
          <a:lstStyle>
            <a:lvl1pPr marL="457200" lvl="0" indent="-228600" algn="l" rtl="0">
              <a:spcBef>
                <a:spcPts val="800"/>
              </a:spcBef>
              <a:spcAft>
                <a:spcPts val="0"/>
              </a:spcAft>
              <a:buSzPts val="1400"/>
              <a:buNone/>
              <a:defRPr sz="1800" b="0">
                <a:solidFill>
                  <a:srgbClr val="EE52A4"/>
                </a:solidFill>
              </a:defRPr>
            </a:lvl1pPr>
            <a:lvl2pPr marL="914400" lvl="1" indent="-228600" algn="l" rtl="0">
              <a:spcBef>
                <a:spcPts val="800"/>
              </a:spcBef>
              <a:spcAft>
                <a:spcPts val="0"/>
              </a:spcAft>
              <a:buSzPts val="1200"/>
              <a:buNone/>
              <a:defRPr sz="1500" b="1"/>
            </a:lvl2pPr>
            <a:lvl3pPr marL="1371600" lvl="2" indent="-228600" algn="l" rtl="0">
              <a:spcBef>
                <a:spcPts val="800"/>
              </a:spcBef>
              <a:spcAft>
                <a:spcPts val="0"/>
              </a:spcAft>
              <a:buSzPts val="1100"/>
              <a:buNone/>
              <a:defRPr sz="1400" b="1"/>
            </a:lvl3pPr>
            <a:lvl4pPr marL="1828800" lvl="3" indent="-228600" algn="l" rtl="0">
              <a:spcBef>
                <a:spcPts val="800"/>
              </a:spcBef>
              <a:spcAft>
                <a:spcPts val="0"/>
              </a:spcAft>
              <a:buSzPts val="1000"/>
              <a:buNone/>
              <a:defRPr sz="1200" b="1"/>
            </a:lvl4pPr>
            <a:lvl5pPr marL="2286000" lvl="4" indent="-228600" algn="l" rtl="0">
              <a:spcBef>
                <a:spcPts val="800"/>
              </a:spcBef>
              <a:spcAft>
                <a:spcPts val="0"/>
              </a:spcAft>
              <a:buSzPts val="1000"/>
              <a:buNone/>
              <a:defRPr sz="1200" b="1"/>
            </a:lvl5pPr>
            <a:lvl6pPr marL="2743200" lvl="5" indent="-228600" algn="l" rtl="0">
              <a:spcBef>
                <a:spcPts val="800"/>
              </a:spcBef>
              <a:spcAft>
                <a:spcPts val="0"/>
              </a:spcAft>
              <a:buSzPts val="1000"/>
              <a:buNone/>
              <a:defRPr sz="1200" b="1"/>
            </a:lvl6pPr>
            <a:lvl7pPr marL="3200400" lvl="6" indent="-228600" algn="l" rtl="0">
              <a:spcBef>
                <a:spcPts val="800"/>
              </a:spcBef>
              <a:spcAft>
                <a:spcPts val="0"/>
              </a:spcAft>
              <a:buSzPts val="1000"/>
              <a:buNone/>
              <a:defRPr sz="1200" b="1"/>
            </a:lvl7pPr>
            <a:lvl8pPr marL="3657600" lvl="7" indent="-228600" algn="l" rtl="0">
              <a:spcBef>
                <a:spcPts val="800"/>
              </a:spcBef>
              <a:spcAft>
                <a:spcPts val="0"/>
              </a:spcAft>
              <a:buSzPts val="1000"/>
              <a:buNone/>
              <a:defRPr sz="1200" b="1"/>
            </a:lvl8pPr>
            <a:lvl9pPr marL="4114800" lvl="8" indent="-228600" algn="l" rtl="0">
              <a:spcBef>
                <a:spcPts val="800"/>
              </a:spcBef>
              <a:spcAft>
                <a:spcPts val="0"/>
              </a:spcAft>
              <a:buSzPts val="1000"/>
              <a:buNone/>
              <a:defRPr sz="1200" b="1"/>
            </a:lvl9pPr>
          </a:lstStyle>
          <a:p>
            <a:endParaRPr/>
          </a:p>
        </p:txBody>
      </p:sp>
      <p:sp>
        <p:nvSpPr>
          <p:cNvPr id="211" name="Google Shape;211;p16"/>
          <p:cNvSpPr>
            <a:spLocks noGrp="1"/>
          </p:cNvSpPr>
          <p:nvPr>
            <p:ph type="pic" idx="5"/>
          </p:nvPr>
        </p:nvSpPr>
        <p:spPr>
          <a:xfrm>
            <a:off x="3561347" y="1952625"/>
            <a:ext cx="2018400" cy="1193700"/>
          </a:xfrm>
          <a:prstGeom prst="roundRect">
            <a:avLst>
              <a:gd name="adj" fmla="val 1858"/>
            </a:avLst>
          </a:prstGeom>
          <a:noFill/>
          <a:ln>
            <a:noFill/>
          </a:ln>
          <a:effectLst>
            <a:outerShdw blurRad="50800" dist="50800" dir="5400000" algn="tl" rotWithShape="0">
              <a:srgbClr val="000000">
                <a:alpha val="42750"/>
              </a:srgbClr>
            </a:outerShdw>
          </a:effectLst>
        </p:spPr>
        <p:txBody>
          <a:bodyPr spcFirstLastPara="1" wrap="square" lIns="68575" tIns="34275" rIns="68575" bIns="34275" anchor="t" anchorCtr="0">
            <a:noAutofit/>
          </a:bodyPr>
          <a:lstStyle>
            <a:lvl1pPr marR="0" lvl="0" algn="ctr"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1pPr>
            <a:lvl2pPr marR="0" lvl="1"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2pPr>
            <a:lvl3pPr marR="0" lvl="2"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3pPr>
            <a:lvl4pPr marR="0" lvl="3"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4pPr>
            <a:lvl5pPr marR="0" lvl="4"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5pPr>
            <a:lvl6pPr marR="0" lvl="5"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6pPr>
            <a:lvl7pPr marR="0" lvl="6"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7pPr>
            <a:lvl8pPr marR="0" lvl="7"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8pPr>
            <a:lvl9pPr marR="0" lvl="8"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9pPr>
          </a:lstStyle>
          <a:p>
            <a:endParaRPr/>
          </a:p>
        </p:txBody>
      </p:sp>
      <p:sp>
        <p:nvSpPr>
          <p:cNvPr id="212" name="Google Shape;212;p16"/>
          <p:cNvSpPr txBox="1">
            <a:spLocks noGrp="1"/>
          </p:cNvSpPr>
          <p:nvPr>
            <p:ph type="body" idx="6"/>
          </p:nvPr>
        </p:nvSpPr>
        <p:spPr>
          <a:xfrm>
            <a:off x="3427629" y="3831829"/>
            <a:ext cx="2287800" cy="6885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sp>
        <p:nvSpPr>
          <p:cNvPr id="213" name="Google Shape;213;p16"/>
          <p:cNvSpPr txBox="1">
            <a:spLocks noGrp="1"/>
          </p:cNvSpPr>
          <p:nvPr>
            <p:ph type="body" idx="7"/>
          </p:nvPr>
        </p:nvSpPr>
        <p:spPr>
          <a:xfrm>
            <a:off x="5987081" y="3399634"/>
            <a:ext cx="2288100" cy="432300"/>
          </a:xfrm>
          <a:prstGeom prst="rect">
            <a:avLst/>
          </a:prstGeom>
          <a:noFill/>
          <a:ln>
            <a:noFill/>
          </a:ln>
        </p:spPr>
        <p:txBody>
          <a:bodyPr spcFirstLastPara="1" wrap="square" lIns="68575" tIns="34275" rIns="68575" bIns="34275" anchor="b" anchorCtr="0">
            <a:noAutofit/>
          </a:bodyPr>
          <a:lstStyle>
            <a:lvl1pPr marL="457200" lvl="0" indent="-228600" algn="l" rtl="0">
              <a:spcBef>
                <a:spcPts val="800"/>
              </a:spcBef>
              <a:spcAft>
                <a:spcPts val="0"/>
              </a:spcAft>
              <a:buSzPts val="1400"/>
              <a:buNone/>
              <a:defRPr sz="1800" b="0">
                <a:solidFill>
                  <a:srgbClr val="EE52A4"/>
                </a:solidFill>
              </a:defRPr>
            </a:lvl1pPr>
            <a:lvl2pPr marL="914400" lvl="1" indent="-228600" algn="l" rtl="0">
              <a:spcBef>
                <a:spcPts val="800"/>
              </a:spcBef>
              <a:spcAft>
                <a:spcPts val="0"/>
              </a:spcAft>
              <a:buSzPts val="1200"/>
              <a:buNone/>
              <a:defRPr sz="1500" b="1"/>
            </a:lvl2pPr>
            <a:lvl3pPr marL="1371600" lvl="2" indent="-228600" algn="l" rtl="0">
              <a:spcBef>
                <a:spcPts val="800"/>
              </a:spcBef>
              <a:spcAft>
                <a:spcPts val="0"/>
              </a:spcAft>
              <a:buSzPts val="1100"/>
              <a:buNone/>
              <a:defRPr sz="1400" b="1"/>
            </a:lvl3pPr>
            <a:lvl4pPr marL="1828800" lvl="3" indent="-228600" algn="l" rtl="0">
              <a:spcBef>
                <a:spcPts val="800"/>
              </a:spcBef>
              <a:spcAft>
                <a:spcPts val="0"/>
              </a:spcAft>
              <a:buSzPts val="1000"/>
              <a:buNone/>
              <a:defRPr sz="1200" b="1"/>
            </a:lvl4pPr>
            <a:lvl5pPr marL="2286000" lvl="4" indent="-228600" algn="l" rtl="0">
              <a:spcBef>
                <a:spcPts val="800"/>
              </a:spcBef>
              <a:spcAft>
                <a:spcPts val="0"/>
              </a:spcAft>
              <a:buSzPts val="1000"/>
              <a:buNone/>
              <a:defRPr sz="1200" b="1"/>
            </a:lvl5pPr>
            <a:lvl6pPr marL="2743200" lvl="5" indent="-228600" algn="l" rtl="0">
              <a:spcBef>
                <a:spcPts val="800"/>
              </a:spcBef>
              <a:spcAft>
                <a:spcPts val="0"/>
              </a:spcAft>
              <a:buSzPts val="1000"/>
              <a:buNone/>
              <a:defRPr sz="1200" b="1"/>
            </a:lvl6pPr>
            <a:lvl7pPr marL="3200400" lvl="6" indent="-228600" algn="l" rtl="0">
              <a:spcBef>
                <a:spcPts val="800"/>
              </a:spcBef>
              <a:spcAft>
                <a:spcPts val="0"/>
              </a:spcAft>
              <a:buSzPts val="1000"/>
              <a:buNone/>
              <a:defRPr sz="1200" b="1"/>
            </a:lvl7pPr>
            <a:lvl8pPr marL="3657600" lvl="7" indent="-228600" algn="l" rtl="0">
              <a:spcBef>
                <a:spcPts val="800"/>
              </a:spcBef>
              <a:spcAft>
                <a:spcPts val="0"/>
              </a:spcAft>
              <a:buSzPts val="1000"/>
              <a:buNone/>
              <a:defRPr sz="1200" b="1"/>
            </a:lvl8pPr>
            <a:lvl9pPr marL="4114800" lvl="8" indent="-228600" algn="l" rtl="0">
              <a:spcBef>
                <a:spcPts val="800"/>
              </a:spcBef>
              <a:spcAft>
                <a:spcPts val="0"/>
              </a:spcAft>
              <a:buSzPts val="1000"/>
              <a:buNone/>
              <a:defRPr sz="1200" b="1"/>
            </a:lvl9pPr>
          </a:lstStyle>
          <a:p>
            <a:endParaRPr/>
          </a:p>
        </p:txBody>
      </p:sp>
      <p:sp>
        <p:nvSpPr>
          <p:cNvPr id="214" name="Google Shape;214;p16"/>
          <p:cNvSpPr>
            <a:spLocks noGrp="1"/>
          </p:cNvSpPr>
          <p:nvPr>
            <p:ph type="pic" idx="8"/>
          </p:nvPr>
        </p:nvSpPr>
        <p:spPr>
          <a:xfrm>
            <a:off x="6122273" y="1952625"/>
            <a:ext cx="2018400" cy="1193700"/>
          </a:xfrm>
          <a:prstGeom prst="roundRect">
            <a:avLst>
              <a:gd name="adj" fmla="val 1858"/>
            </a:avLst>
          </a:prstGeom>
          <a:noFill/>
          <a:ln>
            <a:noFill/>
          </a:ln>
          <a:effectLst>
            <a:outerShdw blurRad="50800" dist="50800" dir="5400000" algn="tl" rotWithShape="0">
              <a:srgbClr val="000000">
                <a:alpha val="42750"/>
              </a:srgbClr>
            </a:outerShdw>
          </a:effectLst>
        </p:spPr>
        <p:txBody>
          <a:bodyPr spcFirstLastPara="1" wrap="square" lIns="68575" tIns="34275" rIns="68575" bIns="34275" anchor="t" anchorCtr="0">
            <a:noAutofit/>
          </a:bodyPr>
          <a:lstStyle>
            <a:lvl1pPr marR="0" lvl="0" algn="ctr"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1pPr>
            <a:lvl2pPr marR="0" lvl="1"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2pPr>
            <a:lvl3pPr marR="0" lvl="2"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3pPr>
            <a:lvl4pPr marR="0" lvl="3"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4pPr>
            <a:lvl5pPr marR="0" lvl="4"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5pPr>
            <a:lvl6pPr marR="0" lvl="5"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6pPr>
            <a:lvl7pPr marR="0" lvl="6"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7pPr>
            <a:lvl8pPr marR="0" lvl="7"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8pPr>
            <a:lvl9pPr marR="0" lvl="8" algn="l" rtl="0">
              <a:spcBef>
                <a:spcPts val="800"/>
              </a:spcBef>
              <a:spcAft>
                <a:spcPts val="0"/>
              </a:spcAft>
              <a:buClr>
                <a:schemeClr val="accent1"/>
              </a:buClr>
              <a:buSzPts val="1000"/>
              <a:buFont typeface="Noto Sans Symbols"/>
              <a:buNone/>
              <a:defRPr sz="1200" b="0" i="0" u="none" strike="noStrike" cap="none">
                <a:solidFill>
                  <a:srgbClr val="3F3F3F"/>
                </a:solidFill>
                <a:latin typeface="Century Gothic"/>
                <a:ea typeface="Century Gothic"/>
                <a:cs typeface="Century Gothic"/>
                <a:sym typeface="Century Gothic"/>
              </a:defRPr>
            </a:lvl9pPr>
          </a:lstStyle>
          <a:p>
            <a:endParaRPr/>
          </a:p>
        </p:txBody>
      </p:sp>
      <p:sp>
        <p:nvSpPr>
          <p:cNvPr id="215" name="Google Shape;215;p16"/>
          <p:cNvSpPr txBox="1">
            <a:spLocks noGrp="1"/>
          </p:cNvSpPr>
          <p:nvPr>
            <p:ph type="body" idx="9"/>
          </p:nvPr>
        </p:nvSpPr>
        <p:spPr>
          <a:xfrm>
            <a:off x="5987081" y="3831828"/>
            <a:ext cx="2288100" cy="688500"/>
          </a:xfrm>
          <a:prstGeom prst="rect">
            <a:avLst/>
          </a:prstGeom>
          <a:noFill/>
          <a:ln>
            <a:noFill/>
          </a:ln>
        </p:spPr>
        <p:txBody>
          <a:bodyPr spcFirstLastPara="1" wrap="square" lIns="68575" tIns="34275" rIns="68575" bIns="34275" anchor="t" anchorCtr="0">
            <a:normAutofit/>
          </a:bodyPr>
          <a:lstStyle>
            <a:lvl1pPr marL="457200" lvl="0" indent="-228600" algn="l" rtl="0">
              <a:spcBef>
                <a:spcPts val="800"/>
              </a:spcBef>
              <a:spcAft>
                <a:spcPts val="0"/>
              </a:spcAft>
              <a:buSzPts val="800"/>
              <a:buNone/>
              <a:defRPr sz="1100"/>
            </a:lvl1pPr>
            <a:lvl2pPr marL="914400" lvl="1" indent="-228600" algn="l" rtl="0">
              <a:spcBef>
                <a:spcPts val="800"/>
              </a:spcBef>
              <a:spcAft>
                <a:spcPts val="0"/>
              </a:spcAft>
              <a:buSzPts val="700"/>
              <a:buNone/>
              <a:defRPr sz="900"/>
            </a:lvl2pPr>
            <a:lvl3pPr marL="1371600" lvl="2" indent="-228600" algn="l" rtl="0">
              <a:spcBef>
                <a:spcPts val="800"/>
              </a:spcBef>
              <a:spcAft>
                <a:spcPts val="0"/>
              </a:spcAft>
              <a:buSzPts val="600"/>
              <a:buNone/>
              <a:defRPr sz="800"/>
            </a:lvl3pPr>
            <a:lvl4pPr marL="1828800" lvl="3" indent="-228600" algn="l" rtl="0">
              <a:spcBef>
                <a:spcPts val="800"/>
              </a:spcBef>
              <a:spcAft>
                <a:spcPts val="0"/>
              </a:spcAft>
              <a:buSzPts val="500"/>
              <a:buNone/>
              <a:defRPr sz="700"/>
            </a:lvl4pPr>
            <a:lvl5pPr marL="2286000" lvl="4" indent="-228600" algn="l" rtl="0">
              <a:spcBef>
                <a:spcPts val="800"/>
              </a:spcBef>
              <a:spcAft>
                <a:spcPts val="0"/>
              </a:spcAft>
              <a:buSzPts val="500"/>
              <a:buNone/>
              <a:defRPr sz="700"/>
            </a:lvl5pPr>
            <a:lvl6pPr marL="2743200" lvl="5" indent="-228600" algn="l" rtl="0">
              <a:spcBef>
                <a:spcPts val="800"/>
              </a:spcBef>
              <a:spcAft>
                <a:spcPts val="0"/>
              </a:spcAft>
              <a:buSzPts val="500"/>
              <a:buNone/>
              <a:defRPr sz="700"/>
            </a:lvl6pPr>
            <a:lvl7pPr marL="3200400" lvl="6" indent="-228600" algn="l" rtl="0">
              <a:spcBef>
                <a:spcPts val="800"/>
              </a:spcBef>
              <a:spcAft>
                <a:spcPts val="0"/>
              </a:spcAft>
              <a:buSzPts val="500"/>
              <a:buNone/>
              <a:defRPr sz="700"/>
            </a:lvl7pPr>
            <a:lvl8pPr marL="3657600" lvl="7" indent="-228600" algn="l" rtl="0">
              <a:spcBef>
                <a:spcPts val="800"/>
              </a:spcBef>
              <a:spcAft>
                <a:spcPts val="0"/>
              </a:spcAft>
              <a:buSzPts val="500"/>
              <a:buNone/>
              <a:defRPr sz="700"/>
            </a:lvl8pPr>
            <a:lvl9pPr marL="4114800" lvl="8" indent="-228600" algn="l" rtl="0">
              <a:spcBef>
                <a:spcPts val="800"/>
              </a:spcBef>
              <a:spcAft>
                <a:spcPts val="0"/>
              </a:spcAft>
              <a:buSzPts val="500"/>
              <a:buNone/>
              <a:defRPr sz="700"/>
            </a:lvl9pPr>
          </a:lstStyle>
          <a:p>
            <a:endParaRPr/>
          </a:p>
        </p:txBody>
      </p:sp>
      <p:cxnSp>
        <p:nvCxnSpPr>
          <p:cNvPr id="216" name="Google Shape;216;p16"/>
          <p:cNvCxnSpPr/>
          <p:nvPr/>
        </p:nvCxnSpPr>
        <p:spPr>
          <a:xfrm>
            <a:off x="3304373" y="1927225"/>
            <a:ext cx="0" cy="2619300"/>
          </a:xfrm>
          <a:prstGeom prst="straightConnector1">
            <a:avLst/>
          </a:prstGeom>
          <a:noFill/>
          <a:ln w="12700" cap="flat" cmpd="sng">
            <a:solidFill>
              <a:schemeClr val="accent1">
                <a:alpha val="40000"/>
              </a:schemeClr>
            </a:solidFill>
            <a:prstDash val="solid"/>
            <a:round/>
            <a:headEnd type="none" w="sm" len="sm"/>
            <a:tailEnd type="none" w="sm" len="sm"/>
          </a:ln>
        </p:spPr>
      </p:cxnSp>
      <p:cxnSp>
        <p:nvCxnSpPr>
          <p:cNvPr id="217" name="Google Shape;217;p16"/>
          <p:cNvCxnSpPr/>
          <p:nvPr/>
        </p:nvCxnSpPr>
        <p:spPr>
          <a:xfrm>
            <a:off x="5848352" y="1927225"/>
            <a:ext cx="0" cy="2619300"/>
          </a:xfrm>
          <a:prstGeom prst="straightConnector1">
            <a:avLst/>
          </a:prstGeom>
          <a:noFill/>
          <a:ln w="12700" cap="flat" cmpd="sng">
            <a:solidFill>
              <a:schemeClr val="accent1">
                <a:alpha val="40000"/>
              </a:schemeClr>
            </a:solidFill>
            <a:prstDash val="solid"/>
            <a:round/>
            <a:headEnd type="none" w="sm" len="sm"/>
            <a:tailEnd type="none" w="sm" len="sm"/>
          </a:ln>
        </p:spPr>
      </p:cxnSp>
      <p:sp>
        <p:nvSpPr>
          <p:cNvPr id="218" name="Google Shape;218;p16"/>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19" name="Google Shape;219;p16"/>
          <p:cNvSpPr txBox="1">
            <a:spLocks noGrp="1"/>
          </p:cNvSpPr>
          <p:nvPr>
            <p:ph type="ftr" idx="11"/>
          </p:nvPr>
        </p:nvSpPr>
        <p:spPr>
          <a:xfrm>
            <a:off x="420833" y="4793878"/>
            <a:ext cx="27333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20" name="Google Shape;220;p16"/>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21"/>
        <p:cNvGrpSpPr/>
        <p:nvPr/>
      </p:nvGrpSpPr>
      <p:grpSpPr>
        <a:xfrm>
          <a:off x="0" y="0"/>
          <a:ext cx="0" cy="0"/>
          <a:chOff x="0" y="0"/>
          <a:chExt cx="0" cy="0"/>
        </a:xfrm>
      </p:grpSpPr>
      <p:sp>
        <p:nvSpPr>
          <p:cNvPr id="222" name="Google Shape;222;p17"/>
          <p:cNvSpPr txBox="1">
            <a:spLocks noGrp="1"/>
          </p:cNvSpPr>
          <p:nvPr>
            <p:ph type="title"/>
          </p:nvPr>
        </p:nvSpPr>
        <p:spPr>
          <a:xfrm>
            <a:off x="866216" y="730251"/>
            <a:ext cx="6619200" cy="5304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Clr>
                <a:schemeClr val="lt2"/>
              </a:buClr>
              <a:buSzPts val="14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23" name="Google Shape;223;p17"/>
          <p:cNvSpPr txBox="1">
            <a:spLocks noGrp="1"/>
          </p:cNvSpPr>
          <p:nvPr>
            <p:ph type="body" idx="1"/>
          </p:nvPr>
        </p:nvSpPr>
        <p:spPr>
          <a:xfrm rot="5400000">
            <a:off x="2894710" y="-75825"/>
            <a:ext cx="2562300" cy="6619200"/>
          </a:xfrm>
          <a:prstGeom prst="rect">
            <a:avLst/>
          </a:prstGeom>
          <a:noFill/>
          <a:ln>
            <a:noFill/>
          </a:ln>
        </p:spPr>
        <p:txBody>
          <a:bodyPr spcFirstLastPara="1" wrap="square" lIns="68575" tIns="34275" rIns="68575" bIns="34275" anchor="t" anchorCtr="0">
            <a:normAutofit/>
          </a:bodyPr>
          <a:lstStyle>
            <a:lvl1pPr marL="457200" lvl="0" indent="-298450" algn="l" rtl="0">
              <a:spcBef>
                <a:spcPts val="800"/>
              </a:spcBef>
              <a:spcAft>
                <a:spcPts val="0"/>
              </a:spcAft>
              <a:buSzPts val="1100"/>
              <a:buChar char="►"/>
              <a:defRPr/>
            </a:lvl1pPr>
            <a:lvl2pPr marL="914400" lvl="1" indent="-298450" algn="l" rtl="0">
              <a:spcBef>
                <a:spcPts val="800"/>
              </a:spcBef>
              <a:spcAft>
                <a:spcPts val="0"/>
              </a:spcAft>
              <a:buSzPts val="1100"/>
              <a:buChar char="►"/>
              <a:defRPr/>
            </a:lvl2pPr>
            <a:lvl3pPr marL="1371600" lvl="2" indent="-298450" algn="l" rtl="0">
              <a:spcBef>
                <a:spcPts val="800"/>
              </a:spcBef>
              <a:spcAft>
                <a:spcPts val="0"/>
              </a:spcAft>
              <a:buSzPts val="1100"/>
              <a:buChar char="►"/>
              <a:defRPr/>
            </a:lvl3pPr>
            <a:lvl4pPr marL="1828800" lvl="3" indent="-298450" algn="l" rtl="0">
              <a:spcBef>
                <a:spcPts val="800"/>
              </a:spcBef>
              <a:spcAft>
                <a:spcPts val="0"/>
              </a:spcAft>
              <a:buSzPts val="1100"/>
              <a:buChar char="►"/>
              <a:defRPr/>
            </a:lvl4pPr>
            <a:lvl5pPr marL="2286000" lvl="4" indent="-298450" algn="l" rtl="0">
              <a:spcBef>
                <a:spcPts val="800"/>
              </a:spcBef>
              <a:spcAft>
                <a:spcPts val="0"/>
              </a:spcAft>
              <a:buSzPts val="1100"/>
              <a:buChar char="►"/>
              <a:defRPr/>
            </a:lvl5pPr>
            <a:lvl6pPr marL="2743200" lvl="5" indent="-298450" algn="l" rtl="0">
              <a:spcBef>
                <a:spcPts val="800"/>
              </a:spcBef>
              <a:spcAft>
                <a:spcPts val="0"/>
              </a:spcAft>
              <a:buSzPts val="1100"/>
              <a:buChar char="►"/>
              <a:defRPr/>
            </a:lvl6pPr>
            <a:lvl7pPr marL="3200400" lvl="6" indent="-298450" algn="l" rtl="0">
              <a:spcBef>
                <a:spcPts val="800"/>
              </a:spcBef>
              <a:spcAft>
                <a:spcPts val="0"/>
              </a:spcAft>
              <a:buSzPts val="1100"/>
              <a:buChar char="►"/>
              <a:defRPr/>
            </a:lvl7pPr>
            <a:lvl8pPr marL="3657600" lvl="7" indent="-298450" algn="l" rtl="0">
              <a:spcBef>
                <a:spcPts val="800"/>
              </a:spcBef>
              <a:spcAft>
                <a:spcPts val="0"/>
              </a:spcAft>
              <a:buSzPts val="1100"/>
              <a:buChar char="►"/>
              <a:defRPr/>
            </a:lvl8pPr>
            <a:lvl9pPr marL="4114800" lvl="8" indent="-298450" algn="l" rtl="0">
              <a:spcBef>
                <a:spcPts val="800"/>
              </a:spcBef>
              <a:spcAft>
                <a:spcPts val="0"/>
              </a:spcAft>
              <a:buSzPts val="1100"/>
              <a:buChar char="►"/>
              <a:defRPr/>
            </a:lvl9pPr>
          </a:lstStyle>
          <a:p>
            <a:endParaRPr/>
          </a:p>
        </p:txBody>
      </p:sp>
      <p:sp>
        <p:nvSpPr>
          <p:cNvPr id="224" name="Google Shape;224;p17"/>
          <p:cNvSpPr txBox="1">
            <a:spLocks noGrp="1"/>
          </p:cNvSpPr>
          <p:nvPr>
            <p:ph type="dt" idx="10"/>
          </p:nvPr>
        </p:nvSpPr>
        <p:spPr>
          <a:xfrm>
            <a:off x="8021579" y="4793878"/>
            <a:ext cx="7431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25" name="Google Shape;225;p17"/>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26" name="Google Shape;226;p17"/>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227"/>
        <p:cNvGrpSpPr/>
        <p:nvPr/>
      </p:nvGrpSpPr>
      <p:grpSpPr>
        <a:xfrm>
          <a:off x="0" y="0"/>
          <a:ext cx="0" cy="0"/>
          <a:chOff x="0" y="0"/>
          <a:chExt cx="0" cy="0"/>
        </a:xfrm>
      </p:grpSpPr>
      <p:grpSp>
        <p:nvGrpSpPr>
          <p:cNvPr id="228" name="Google Shape;228;p18"/>
          <p:cNvGrpSpPr/>
          <p:nvPr/>
        </p:nvGrpSpPr>
        <p:grpSpPr>
          <a:xfrm>
            <a:off x="0" y="0"/>
            <a:ext cx="9144009" cy="5143500"/>
            <a:chOff x="0" y="0"/>
            <a:chExt cx="12192011" cy="6858000"/>
          </a:xfrm>
        </p:grpSpPr>
        <p:sp>
          <p:nvSpPr>
            <p:cNvPr id="229" name="Google Shape;229;p18"/>
            <p:cNvSpPr/>
            <p:nvPr/>
          </p:nvSpPr>
          <p:spPr>
            <a:xfrm>
              <a:off x="0" y="0"/>
              <a:ext cx="12192000" cy="6858000"/>
            </a:xfrm>
            <a:prstGeom prst="rect">
              <a:avLst/>
            </a:prstGeom>
            <a:blipFill rotWithShape="1">
              <a:blip r:embed="rId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0" name="Google Shape;230;p18"/>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1" name="Google Shape;231;p18"/>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2" name="Google Shape;232;p18"/>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3" name="Google Shape;233;p18"/>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4" name="Google Shape;234;p18"/>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5" name="Google Shape;235;p18"/>
            <p:cNvSpPr/>
            <p:nvPr/>
          </p:nvSpPr>
          <p:spPr>
            <a:xfrm>
              <a:off x="414867" y="402165"/>
              <a:ext cx="6510900" cy="6053700"/>
            </a:xfrm>
            <a:prstGeom prst="rect">
              <a:avLst/>
            </a:prstGeom>
            <a:solidFill>
              <a:schemeClr val="lt1"/>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6" name="Google Shape;236;p18"/>
            <p:cNvSpPr/>
            <p:nvPr/>
          </p:nvSpPr>
          <p:spPr>
            <a:xfrm rot="5101739">
              <a:off x="6294739" y="4577733"/>
              <a:ext cx="3299410" cy="44093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7" name="Google Shape;237;p18"/>
            <p:cNvSpPr/>
            <p:nvPr/>
          </p:nvSpPr>
          <p:spPr>
            <a:xfrm rot="5400000">
              <a:off x="4449229" y="2801722"/>
              <a:ext cx="6053675" cy="1254560"/>
            </a:xfrm>
            <a:custGeom>
              <a:avLst/>
              <a:gdLst/>
              <a:ahLst/>
              <a:cxnLst/>
              <a:rect l="l" t="t" r="r" b="b"/>
              <a:pathLst>
                <a:path w="10000" h="8000" extrusionOk="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lt1"/>
            </a:solidFill>
            <a:ln>
              <a:noFill/>
            </a:ln>
          </p:spPr>
        </p:sp>
        <p:sp>
          <p:nvSpPr>
            <p:cNvPr id="238" name="Google Shape;238;p18"/>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sp>
      </p:grpSp>
      <p:sp>
        <p:nvSpPr>
          <p:cNvPr id="239" name="Google Shape;239;p18"/>
          <p:cNvSpPr txBox="1">
            <a:spLocks noGrp="1"/>
          </p:cNvSpPr>
          <p:nvPr>
            <p:ph type="title"/>
          </p:nvPr>
        </p:nvSpPr>
        <p:spPr>
          <a:xfrm rot="5400000">
            <a:off x="5186850" y="2210900"/>
            <a:ext cx="3561600" cy="1057500"/>
          </a:xfrm>
          <a:prstGeom prst="rect">
            <a:avLst/>
          </a:prstGeom>
          <a:noFill/>
          <a:ln>
            <a:noFill/>
          </a:ln>
        </p:spPr>
        <p:txBody>
          <a:bodyPr spcFirstLastPara="1" wrap="square" lIns="68575" tIns="34275" rIns="68575" bIns="34275" anchor="b" anchorCtr="0">
            <a:noAutofit/>
          </a:bodyPr>
          <a:lstStyle>
            <a:lvl1pPr lvl="0" algn="l" rtl="0">
              <a:spcBef>
                <a:spcPts val="0"/>
              </a:spcBef>
              <a:spcAft>
                <a:spcPts val="0"/>
              </a:spcAft>
              <a:buClr>
                <a:schemeClr val="lt2"/>
              </a:buClr>
              <a:buSzPts val="14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40" name="Google Shape;240;p18"/>
          <p:cNvSpPr txBox="1">
            <a:spLocks noGrp="1"/>
          </p:cNvSpPr>
          <p:nvPr>
            <p:ph type="body" idx="1"/>
          </p:nvPr>
        </p:nvSpPr>
        <p:spPr>
          <a:xfrm rot="5400000">
            <a:off x="1431434" y="393650"/>
            <a:ext cx="3561600" cy="4692000"/>
          </a:xfrm>
          <a:prstGeom prst="rect">
            <a:avLst/>
          </a:prstGeom>
          <a:noFill/>
          <a:ln>
            <a:noFill/>
          </a:ln>
        </p:spPr>
        <p:txBody>
          <a:bodyPr spcFirstLastPara="1" wrap="square" lIns="68575" tIns="34275" rIns="68575" bIns="34275" anchor="t" anchorCtr="0">
            <a:normAutofit/>
          </a:bodyPr>
          <a:lstStyle>
            <a:lvl1pPr marL="457200" lvl="0" indent="-298450" algn="l" rtl="0">
              <a:spcBef>
                <a:spcPts val="800"/>
              </a:spcBef>
              <a:spcAft>
                <a:spcPts val="0"/>
              </a:spcAft>
              <a:buSzPts val="1100"/>
              <a:buChar char="►"/>
              <a:defRPr/>
            </a:lvl1pPr>
            <a:lvl2pPr marL="914400" lvl="1" indent="-298450" algn="l" rtl="0">
              <a:spcBef>
                <a:spcPts val="800"/>
              </a:spcBef>
              <a:spcAft>
                <a:spcPts val="0"/>
              </a:spcAft>
              <a:buSzPts val="1100"/>
              <a:buChar char="►"/>
              <a:defRPr/>
            </a:lvl2pPr>
            <a:lvl3pPr marL="1371600" lvl="2" indent="-298450" algn="l" rtl="0">
              <a:spcBef>
                <a:spcPts val="800"/>
              </a:spcBef>
              <a:spcAft>
                <a:spcPts val="0"/>
              </a:spcAft>
              <a:buSzPts val="1100"/>
              <a:buChar char="►"/>
              <a:defRPr/>
            </a:lvl3pPr>
            <a:lvl4pPr marL="1828800" lvl="3" indent="-298450" algn="l" rtl="0">
              <a:spcBef>
                <a:spcPts val="800"/>
              </a:spcBef>
              <a:spcAft>
                <a:spcPts val="0"/>
              </a:spcAft>
              <a:buSzPts val="1100"/>
              <a:buChar char="►"/>
              <a:defRPr/>
            </a:lvl4pPr>
            <a:lvl5pPr marL="2286000" lvl="4" indent="-298450" algn="l" rtl="0">
              <a:spcBef>
                <a:spcPts val="800"/>
              </a:spcBef>
              <a:spcAft>
                <a:spcPts val="0"/>
              </a:spcAft>
              <a:buSzPts val="1100"/>
              <a:buChar char="►"/>
              <a:defRPr/>
            </a:lvl5pPr>
            <a:lvl6pPr marL="2743200" lvl="5" indent="-298450" algn="l" rtl="0">
              <a:spcBef>
                <a:spcPts val="800"/>
              </a:spcBef>
              <a:spcAft>
                <a:spcPts val="0"/>
              </a:spcAft>
              <a:buSzPts val="1100"/>
              <a:buChar char="►"/>
              <a:defRPr/>
            </a:lvl6pPr>
            <a:lvl7pPr marL="3200400" lvl="6" indent="-298450" algn="l" rtl="0">
              <a:spcBef>
                <a:spcPts val="800"/>
              </a:spcBef>
              <a:spcAft>
                <a:spcPts val="0"/>
              </a:spcAft>
              <a:buSzPts val="1100"/>
              <a:buChar char="►"/>
              <a:defRPr/>
            </a:lvl7pPr>
            <a:lvl8pPr marL="3657600" lvl="7" indent="-298450" algn="l" rtl="0">
              <a:spcBef>
                <a:spcPts val="800"/>
              </a:spcBef>
              <a:spcAft>
                <a:spcPts val="0"/>
              </a:spcAft>
              <a:buSzPts val="1100"/>
              <a:buChar char="►"/>
              <a:defRPr/>
            </a:lvl8pPr>
            <a:lvl9pPr marL="4114800" lvl="8" indent="-298450" algn="l" rtl="0">
              <a:spcBef>
                <a:spcPts val="800"/>
              </a:spcBef>
              <a:spcAft>
                <a:spcPts val="0"/>
              </a:spcAft>
              <a:buSzPts val="1100"/>
              <a:buChar char="►"/>
              <a:defRPr/>
            </a:lvl9pPr>
          </a:lstStyle>
          <a:p>
            <a:endParaRPr/>
          </a:p>
        </p:txBody>
      </p:sp>
      <p:sp>
        <p:nvSpPr>
          <p:cNvPr id="241" name="Google Shape;241;p18"/>
          <p:cNvSpPr txBox="1">
            <a:spLocks noGrp="1"/>
          </p:cNvSpPr>
          <p:nvPr>
            <p:ph type="dt" idx="10"/>
          </p:nvPr>
        </p:nvSpPr>
        <p:spPr>
          <a:xfrm>
            <a:off x="7989828" y="4793878"/>
            <a:ext cx="744000" cy="228600"/>
          </a:xfrm>
          <a:prstGeom prst="rect">
            <a:avLst/>
          </a:prstGeom>
          <a:noFill/>
          <a:ln>
            <a:noFill/>
          </a:ln>
        </p:spPr>
        <p:txBody>
          <a:bodyPr spcFirstLastPara="1" wrap="square" lIns="68575" tIns="34275" rIns="68575" bIns="34275" anchor="ctr" anchorCtr="0">
            <a:noAutofit/>
          </a:bodyPr>
          <a:lstStyle>
            <a:lvl1pPr lvl="0" algn="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42" name="Google Shape;242;p18"/>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43" name="Google Shape;243;p18"/>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44" name="Google Shape;244;p18"/>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lvl="0" indent="0" algn="ctr" rtl="0">
              <a:spcBef>
                <a:spcPts val="0"/>
              </a:spcBef>
              <a:buNone/>
              <a:defRPr/>
            </a:lvl1pPr>
            <a:lvl2pPr marL="0" lvl="1" indent="0" algn="ctr" rtl="0">
              <a:spcBef>
                <a:spcPts val="0"/>
              </a:spcBef>
              <a:buNone/>
              <a:defRPr/>
            </a:lvl2pPr>
            <a:lvl3pPr marL="0" lvl="2" indent="0" algn="ctr" rtl="0">
              <a:spcBef>
                <a:spcPts val="0"/>
              </a:spcBef>
              <a:buNone/>
              <a:defRPr/>
            </a:lvl3pPr>
            <a:lvl4pPr marL="0" lvl="3" indent="0" algn="ctr" rtl="0">
              <a:spcBef>
                <a:spcPts val="0"/>
              </a:spcBef>
              <a:buNone/>
              <a:defRPr/>
            </a:lvl4pPr>
            <a:lvl5pPr marL="0" lvl="4" indent="0" algn="ctr" rtl="0">
              <a:spcBef>
                <a:spcPts val="0"/>
              </a:spcBef>
              <a:buNone/>
              <a:defRPr/>
            </a:lvl5pPr>
            <a:lvl6pPr marL="0" lvl="5" indent="0" algn="ctr" rtl="0">
              <a:spcBef>
                <a:spcPts val="0"/>
              </a:spcBef>
              <a:buNone/>
              <a:defRPr/>
            </a:lvl6pPr>
            <a:lvl7pPr marL="0" lvl="6" indent="0" algn="ctr" rtl="0">
              <a:spcBef>
                <a:spcPts val="0"/>
              </a:spcBef>
              <a:buNone/>
              <a:defRPr/>
            </a:lvl7pPr>
            <a:lvl8pPr marL="0" lvl="7" indent="0" algn="ctr" rtl="0">
              <a:spcBef>
                <a:spcPts val="0"/>
              </a:spcBef>
              <a:buNone/>
              <a:defRPr/>
            </a:lvl8pPr>
            <a:lvl9pPr marL="0" lvl="8" indent="0" algn="ctr" rtl="0">
              <a:spcBef>
                <a:spcPts val="0"/>
              </a:spcBef>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ustom Layout 2 1 2">
  <p:cSld name="CUSTOM_3_1_2">
    <p:spTree>
      <p:nvGrpSpPr>
        <p:cNvPr id="1" name="Shape 245"/>
        <p:cNvGrpSpPr/>
        <p:nvPr/>
      </p:nvGrpSpPr>
      <p:grpSpPr>
        <a:xfrm>
          <a:off x="0" y="0"/>
          <a:ext cx="0" cy="0"/>
          <a:chOff x="0" y="0"/>
          <a:chExt cx="0" cy="0"/>
        </a:xfrm>
      </p:grpSpPr>
      <p:sp>
        <p:nvSpPr>
          <p:cNvPr id="246" name="Google Shape;246;p19"/>
          <p:cNvSpPr txBox="1">
            <a:spLocks noGrp="1"/>
          </p:cNvSpPr>
          <p:nvPr>
            <p:ph type="title"/>
          </p:nvPr>
        </p:nvSpPr>
        <p:spPr>
          <a:xfrm>
            <a:off x="457200" y="445025"/>
            <a:ext cx="8229600" cy="572700"/>
          </a:xfrm>
          <a:prstGeom prst="rect">
            <a:avLst/>
          </a:prstGeom>
        </p:spPr>
        <p:txBody>
          <a:bodyPr spcFirstLastPara="1" wrap="square" lIns="68575" tIns="34275" rIns="68575" bIns="34275" anchor="ctr" anchorCtr="0">
            <a:noAutofit/>
          </a:bodyPr>
          <a:lstStyle>
            <a:lvl1pPr lvl="0" rtl="0">
              <a:spcBef>
                <a:spcPts val="0"/>
              </a:spcBef>
              <a:spcAft>
                <a:spcPts val="0"/>
              </a:spcAft>
              <a:buSzPts val="2700"/>
              <a:buFont typeface="Hanken Grotesk"/>
              <a:buNone/>
              <a:defRPr b="1">
                <a:latin typeface="Hanken Grotesk"/>
                <a:ea typeface="Hanken Grotesk"/>
                <a:cs typeface="Hanken Grotesk"/>
                <a:sym typeface="Hanken Grotesk"/>
              </a:defRPr>
            </a:lvl1pPr>
            <a:lvl2pPr lvl="1" rtl="0">
              <a:spcBef>
                <a:spcPts val="0"/>
              </a:spcBef>
              <a:spcAft>
                <a:spcPts val="0"/>
              </a:spcAft>
              <a:buSzPts val="1100"/>
              <a:buFont typeface="Hanken Grotesk"/>
              <a:buNone/>
              <a:defRPr b="1">
                <a:latin typeface="Hanken Grotesk"/>
                <a:ea typeface="Hanken Grotesk"/>
                <a:cs typeface="Hanken Grotesk"/>
                <a:sym typeface="Hanken Grotesk"/>
              </a:defRPr>
            </a:lvl2pPr>
            <a:lvl3pPr lvl="2" rtl="0">
              <a:spcBef>
                <a:spcPts val="0"/>
              </a:spcBef>
              <a:spcAft>
                <a:spcPts val="0"/>
              </a:spcAft>
              <a:buSzPts val="1100"/>
              <a:buFont typeface="Hanken Grotesk"/>
              <a:buNone/>
              <a:defRPr b="1">
                <a:latin typeface="Hanken Grotesk"/>
                <a:ea typeface="Hanken Grotesk"/>
                <a:cs typeface="Hanken Grotesk"/>
                <a:sym typeface="Hanken Grotesk"/>
              </a:defRPr>
            </a:lvl3pPr>
            <a:lvl4pPr lvl="3" rtl="0">
              <a:spcBef>
                <a:spcPts val="0"/>
              </a:spcBef>
              <a:spcAft>
                <a:spcPts val="0"/>
              </a:spcAft>
              <a:buSzPts val="1100"/>
              <a:buFont typeface="Hanken Grotesk"/>
              <a:buNone/>
              <a:defRPr b="1">
                <a:latin typeface="Hanken Grotesk"/>
                <a:ea typeface="Hanken Grotesk"/>
                <a:cs typeface="Hanken Grotesk"/>
                <a:sym typeface="Hanken Grotesk"/>
              </a:defRPr>
            </a:lvl4pPr>
            <a:lvl5pPr lvl="4" rtl="0">
              <a:spcBef>
                <a:spcPts val="0"/>
              </a:spcBef>
              <a:spcAft>
                <a:spcPts val="0"/>
              </a:spcAft>
              <a:buSzPts val="1100"/>
              <a:buFont typeface="Hanken Grotesk"/>
              <a:buNone/>
              <a:defRPr b="1">
                <a:latin typeface="Hanken Grotesk"/>
                <a:ea typeface="Hanken Grotesk"/>
                <a:cs typeface="Hanken Grotesk"/>
                <a:sym typeface="Hanken Grotesk"/>
              </a:defRPr>
            </a:lvl5pPr>
            <a:lvl6pPr lvl="5" rtl="0">
              <a:spcBef>
                <a:spcPts val="0"/>
              </a:spcBef>
              <a:spcAft>
                <a:spcPts val="0"/>
              </a:spcAft>
              <a:buSzPts val="1100"/>
              <a:buFont typeface="Hanken Grotesk"/>
              <a:buNone/>
              <a:defRPr b="1">
                <a:latin typeface="Hanken Grotesk"/>
                <a:ea typeface="Hanken Grotesk"/>
                <a:cs typeface="Hanken Grotesk"/>
                <a:sym typeface="Hanken Grotesk"/>
              </a:defRPr>
            </a:lvl6pPr>
            <a:lvl7pPr lvl="6" rtl="0">
              <a:spcBef>
                <a:spcPts val="0"/>
              </a:spcBef>
              <a:spcAft>
                <a:spcPts val="0"/>
              </a:spcAft>
              <a:buSzPts val="1100"/>
              <a:buFont typeface="Hanken Grotesk"/>
              <a:buNone/>
              <a:defRPr b="1">
                <a:latin typeface="Hanken Grotesk"/>
                <a:ea typeface="Hanken Grotesk"/>
                <a:cs typeface="Hanken Grotesk"/>
                <a:sym typeface="Hanken Grotesk"/>
              </a:defRPr>
            </a:lvl7pPr>
            <a:lvl8pPr lvl="7" rtl="0">
              <a:spcBef>
                <a:spcPts val="0"/>
              </a:spcBef>
              <a:spcAft>
                <a:spcPts val="0"/>
              </a:spcAft>
              <a:buSzPts val="1100"/>
              <a:buFont typeface="Hanken Grotesk"/>
              <a:buNone/>
              <a:defRPr b="1">
                <a:latin typeface="Hanken Grotesk"/>
                <a:ea typeface="Hanken Grotesk"/>
                <a:cs typeface="Hanken Grotesk"/>
                <a:sym typeface="Hanken Grotesk"/>
              </a:defRPr>
            </a:lvl8pPr>
            <a:lvl9pPr lvl="8" rtl="0">
              <a:spcBef>
                <a:spcPts val="0"/>
              </a:spcBef>
              <a:spcAft>
                <a:spcPts val="0"/>
              </a:spcAft>
              <a:buSzPts val="1100"/>
              <a:buFont typeface="Hanken Grotesk"/>
              <a:buNone/>
              <a:defRPr b="1">
                <a:latin typeface="Hanken Grotesk"/>
                <a:ea typeface="Hanken Grotesk"/>
                <a:cs typeface="Hanken Grotesk"/>
                <a:sym typeface="Hanken Grotesk"/>
              </a:defRPr>
            </a:lvl9pPr>
          </a:lstStyle>
          <a:p>
            <a:endParaRPr/>
          </a:p>
        </p:txBody>
      </p:sp>
      <p:sp>
        <p:nvSpPr>
          <p:cNvPr id="247" name="Google Shape;247;p19"/>
          <p:cNvSpPr txBox="1">
            <a:spLocks noGrp="1"/>
          </p:cNvSpPr>
          <p:nvPr>
            <p:ph type="body" idx="1"/>
          </p:nvPr>
        </p:nvSpPr>
        <p:spPr>
          <a:xfrm>
            <a:off x="457200" y="1834900"/>
            <a:ext cx="3776100" cy="2734200"/>
          </a:xfrm>
          <a:prstGeom prst="rect">
            <a:avLst/>
          </a:prstGeom>
        </p:spPr>
        <p:txBody>
          <a:bodyPr spcFirstLastPara="1" wrap="square" lIns="68575" tIns="34275" rIns="68575" bIns="34275" anchor="t" anchorCtr="0">
            <a:normAutofit/>
          </a:bodyPr>
          <a:lstStyle>
            <a:lvl1pPr marL="457200" lvl="0" indent="-317500" rtl="0">
              <a:spcBef>
                <a:spcPts val="800"/>
              </a:spcBef>
              <a:spcAft>
                <a:spcPts val="0"/>
              </a:spcAft>
              <a:buClr>
                <a:schemeClr val="accent1"/>
              </a:buClr>
              <a:buSzPts val="1400"/>
              <a:buChar char="•"/>
              <a:defRPr sz="1400">
                <a:solidFill>
                  <a:schemeClr val="dk1"/>
                </a:solidFill>
              </a:defRPr>
            </a:lvl1pPr>
            <a:lvl2pPr marL="914400" lvl="1" indent="-304800" rtl="0">
              <a:spcBef>
                <a:spcPts val="1000"/>
              </a:spcBef>
              <a:spcAft>
                <a:spcPts val="0"/>
              </a:spcAft>
              <a:buClr>
                <a:schemeClr val="accent1"/>
              </a:buClr>
              <a:buSzPts val="1200"/>
              <a:buChar char="–"/>
              <a:defRPr sz="1200">
                <a:solidFill>
                  <a:schemeClr val="dk1"/>
                </a:solidFill>
              </a:defRPr>
            </a:lvl2pPr>
            <a:lvl3pPr marL="1371600" lvl="2" indent="-304800" rtl="0">
              <a:spcBef>
                <a:spcPts val="1000"/>
              </a:spcBef>
              <a:spcAft>
                <a:spcPts val="0"/>
              </a:spcAft>
              <a:buClr>
                <a:schemeClr val="dk1"/>
              </a:buClr>
              <a:buSzPts val="1200"/>
              <a:buChar char="◦"/>
              <a:defRPr sz="1200">
                <a:solidFill>
                  <a:schemeClr val="dk1"/>
                </a:solidFill>
              </a:defRPr>
            </a:lvl3pPr>
            <a:lvl4pPr marL="1828800" lvl="3" indent="-304800" rtl="0">
              <a:spcBef>
                <a:spcPts val="1000"/>
              </a:spcBef>
              <a:spcAft>
                <a:spcPts val="0"/>
              </a:spcAft>
              <a:buClr>
                <a:schemeClr val="dk1"/>
              </a:buClr>
              <a:buSzPts val="1200"/>
              <a:buChar char="•"/>
              <a:defRPr sz="1200">
                <a:solidFill>
                  <a:schemeClr val="dk1"/>
                </a:solidFill>
              </a:defRPr>
            </a:lvl4pPr>
            <a:lvl5pPr marL="2286000" lvl="4" indent="-304800" rtl="0">
              <a:spcBef>
                <a:spcPts val="1000"/>
              </a:spcBef>
              <a:spcAft>
                <a:spcPts val="0"/>
              </a:spcAft>
              <a:buClr>
                <a:schemeClr val="dk1"/>
              </a:buClr>
              <a:buSzPts val="1200"/>
              <a:buChar char="•"/>
              <a:defRPr sz="1200">
                <a:solidFill>
                  <a:schemeClr val="dk1"/>
                </a:solidFill>
              </a:defRPr>
            </a:lvl5pPr>
            <a:lvl6pPr marL="2743200" lvl="5" indent="-304800" rtl="0">
              <a:spcBef>
                <a:spcPts val="1000"/>
              </a:spcBef>
              <a:spcAft>
                <a:spcPts val="0"/>
              </a:spcAft>
              <a:buClr>
                <a:schemeClr val="dk1"/>
              </a:buClr>
              <a:buSzPts val="1200"/>
              <a:buChar char="•"/>
              <a:defRPr sz="1200">
                <a:solidFill>
                  <a:schemeClr val="dk1"/>
                </a:solidFill>
              </a:defRPr>
            </a:lvl6pPr>
            <a:lvl7pPr marL="3200400" lvl="6" indent="-304800" rtl="0">
              <a:spcBef>
                <a:spcPts val="1000"/>
              </a:spcBef>
              <a:spcAft>
                <a:spcPts val="0"/>
              </a:spcAft>
              <a:buClr>
                <a:schemeClr val="dk1"/>
              </a:buClr>
              <a:buSzPts val="1200"/>
              <a:buChar char="•"/>
              <a:defRPr sz="1200">
                <a:solidFill>
                  <a:schemeClr val="dk1"/>
                </a:solidFill>
              </a:defRPr>
            </a:lvl7pPr>
            <a:lvl8pPr marL="3657600" lvl="7" indent="-304800" rtl="0">
              <a:spcBef>
                <a:spcPts val="1000"/>
              </a:spcBef>
              <a:spcAft>
                <a:spcPts val="0"/>
              </a:spcAft>
              <a:buClr>
                <a:schemeClr val="dk1"/>
              </a:buClr>
              <a:buSzPts val="1200"/>
              <a:buChar char="•"/>
              <a:defRPr sz="1200">
                <a:solidFill>
                  <a:schemeClr val="dk1"/>
                </a:solidFill>
              </a:defRPr>
            </a:lvl8pPr>
            <a:lvl9pPr marL="4114800" lvl="8" indent="-304800" rtl="0">
              <a:spcBef>
                <a:spcPts val="1000"/>
              </a:spcBef>
              <a:spcAft>
                <a:spcPts val="1000"/>
              </a:spcAft>
              <a:buClr>
                <a:schemeClr val="dk1"/>
              </a:buClr>
              <a:buSzPts val="1200"/>
              <a:buChar char="•"/>
              <a:defRPr sz="1200">
                <a:solidFill>
                  <a:schemeClr val="dk1"/>
                </a:solidFill>
              </a:defRPr>
            </a:lvl9pPr>
          </a:lstStyle>
          <a:p>
            <a:endParaRPr/>
          </a:p>
        </p:txBody>
      </p:sp>
      <p:sp>
        <p:nvSpPr>
          <p:cNvPr id="248" name="Google Shape;248;p19"/>
          <p:cNvSpPr txBox="1">
            <a:spLocks noGrp="1"/>
          </p:cNvSpPr>
          <p:nvPr>
            <p:ph type="body" idx="2"/>
          </p:nvPr>
        </p:nvSpPr>
        <p:spPr>
          <a:xfrm>
            <a:off x="4800400" y="1834900"/>
            <a:ext cx="3776100" cy="2734200"/>
          </a:xfrm>
          <a:prstGeom prst="rect">
            <a:avLst/>
          </a:prstGeom>
        </p:spPr>
        <p:txBody>
          <a:bodyPr spcFirstLastPara="1" wrap="square" lIns="68575" tIns="34275" rIns="68575" bIns="34275" anchor="t" anchorCtr="0">
            <a:normAutofit/>
          </a:bodyPr>
          <a:lstStyle>
            <a:lvl1pPr marL="457200" lvl="0" indent="-317500" rtl="0">
              <a:spcBef>
                <a:spcPts val="800"/>
              </a:spcBef>
              <a:spcAft>
                <a:spcPts val="0"/>
              </a:spcAft>
              <a:buClr>
                <a:schemeClr val="accent1"/>
              </a:buClr>
              <a:buSzPts val="1400"/>
              <a:buChar char="•"/>
              <a:defRPr sz="1400">
                <a:solidFill>
                  <a:schemeClr val="dk1"/>
                </a:solidFill>
              </a:defRPr>
            </a:lvl1pPr>
            <a:lvl2pPr marL="914400" lvl="1" indent="-304800" rtl="0">
              <a:spcBef>
                <a:spcPts val="1000"/>
              </a:spcBef>
              <a:spcAft>
                <a:spcPts val="0"/>
              </a:spcAft>
              <a:buClr>
                <a:schemeClr val="accent1"/>
              </a:buClr>
              <a:buSzPts val="1200"/>
              <a:buChar char="–"/>
              <a:defRPr sz="1200">
                <a:solidFill>
                  <a:schemeClr val="dk1"/>
                </a:solidFill>
              </a:defRPr>
            </a:lvl2pPr>
            <a:lvl3pPr marL="1371600" lvl="2" indent="-304800" rtl="0">
              <a:spcBef>
                <a:spcPts val="1000"/>
              </a:spcBef>
              <a:spcAft>
                <a:spcPts val="0"/>
              </a:spcAft>
              <a:buClr>
                <a:schemeClr val="dk1"/>
              </a:buClr>
              <a:buSzPts val="1200"/>
              <a:buChar char="◦"/>
              <a:defRPr sz="1200">
                <a:solidFill>
                  <a:schemeClr val="dk1"/>
                </a:solidFill>
              </a:defRPr>
            </a:lvl3pPr>
            <a:lvl4pPr marL="1828800" lvl="3" indent="-304800" rtl="0">
              <a:spcBef>
                <a:spcPts val="1000"/>
              </a:spcBef>
              <a:spcAft>
                <a:spcPts val="0"/>
              </a:spcAft>
              <a:buClr>
                <a:schemeClr val="dk1"/>
              </a:buClr>
              <a:buSzPts val="1200"/>
              <a:buChar char="•"/>
              <a:defRPr sz="1200">
                <a:solidFill>
                  <a:schemeClr val="dk1"/>
                </a:solidFill>
              </a:defRPr>
            </a:lvl4pPr>
            <a:lvl5pPr marL="2286000" lvl="4" indent="-304800" rtl="0">
              <a:spcBef>
                <a:spcPts val="1000"/>
              </a:spcBef>
              <a:spcAft>
                <a:spcPts val="0"/>
              </a:spcAft>
              <a:buClr>
                <a:schemeClr val="dk1"/>
              </a:buClr>
              <a:buSzPts val="1200"/>
              <a:buChar char="•"/>
              <a:defRPr sz="1200">
                <a:solidFill>
                  <a:schemeClr val="dk1"/>
                </a:solidFill>
              </a:defRPr>
            </a:lvl5pPr>
            <a:lvl6pPr marL="2743200" lvl="5" indent="-304800" rtl="0">
              <a:spcBef>
                <a:spcPts val="1000"/>
              </a:spcBef>
              <a:spcAft>
                <a:spcPts val="0"/>
              </a:spcAft>
              <a:buClr>
                <a:schemeClr val="dk1"/>
              </a:buClr>
              <a:buSzPts val="1200"/>
              <a:buChar char="•"/>
              <a:defRPr sz="1200">
                <a:solidFill>
                  <a:schemeClr val="dk1"/>
                </a:solidFill>
              </a:defRPr>
            </a:lvl6pPr>
            <a:lvl7pPr marL="3200400" lvl="6" indent="-304800" rtl="0">
              <a:spcBef>
                <a:spcPts val="1000"/>
              </a:spcBef>
              <a:spcAft>
                <a:spcPts val="0"/>
              </a:spcAft>
              <a:buClr>
                <a:schemeClr val="dk1"/>
              </a:buClr>
              <a:buSzPts val="1200"/>
              <a:buChar char="•"/>
              <a:defRPr sz="1200">
                <a:solidFill>
                  <a:schemeClr val="dk1"/>
                </a:solidFill>
              </a:defRPr>
            </a:lvl7pPr>
            <a:lvl8pPr marL="3657600" lvl="7" indent="-304800" rtl="0">
              <a:spcBef>
                <a:spcPts val="1000"/>
              </a:spcBef>
              <a:spcAft>
                <a:spcPts val="0"/>
              </a:spcAft>
              <a:buClr>
                <a:schemeClr val="dk1"/>
              </a:buClr>
              <a:buSzPts val="1200"/>
              <a:buChar char="•"/>
              <a:defRPr sz="1200">
                <a:solidFill>
                  <a:schemeClr val="dk1"/>
                </a:solidFill>
              </a:defRPr>
            </a:lvl8pPr>
            <a:lvl9pPr marL="4114800" lvl="8" indent="-304800" rtl="0">
              <a:spcBef>
                <a:spcPts val="1000"/>
              </a:spcBef>
              <a:spcAft>
                <a:spcPts val="1000"/>
              </a:spcAft>
              <a:buClr>
                <a:schemeClr val="dk1"/>
              </a:buClr>
              <a:buSzPts val="1200"/>
              <a:buChar char="•"/>
              <a:defRPr sz="1200">
                <a:solidFill>
                  <a:schemeClr val="dk1"/>
                </a:solidFill>
              </a:defRPr>
            </a:lvl9pPr>
          </a:lstStyle>
          <a:p>
            <a:endParaRPr/>
          </a:p>
        </p:txBody>
      </p:sp>
      <p:sp>
        <p:nvSpPr>
          <p:cNvPr id="249" name="Google Shape;249;p19"/>
          <p:cNvSpPr txBox="1">
            <a:spLocks noGrp="1"/>
          </p:cNvSpPr>
          <p:nvPr>
            <p:ph type="subTitle" idx="3"/>
          </p:nvPr>
        </p:nvSpPr>
        <p:spPr>
          <a:xfrm>
            <a:off x="457200" y="1164900"/>
            <a:ext cx="3776100" cy="572700"/>
          </a:xfrm>
          <a:prstGeom prst="rect">
            <a:avLst/>
          </a:prstGeom>
        </p:spPr>
        <p:txBody>
          <a:bodyPr spcFirstLastPara="1" wrap="square" lIns="68575" tIns="34275" rIns="68575" bIns="34275" anchor="b" anchorCtr="0">
            <a:normAutofit/>
          </a:bodyPr>
          <a:lstStyle>
            <a:lvl1pPr lvl="0"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1pPr>
            <a:lvl2pPr lvl="1"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2pPr>
            <a:lvl3pPr lvl="2"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3pPr>
            <a:lvl4pPr lvl="3"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4pPr>
            <a:lvl5pPr lvl="4"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5pPr>
            <a:lvl6pPr lvl="5"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6pPr>
            <a:lvl7pPr lvl="6"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7pPr>
            <a:lvl8pPr lvl="7"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8pPr>
            <a:lvl9pPr lvl="8"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9pPr>
          </a:lstStyle>
          <a:p>
            <a:endParaRPr/>
          </a:p>
        </p:txBody>
      </p:sp>
      <p:sp>
        <p:nvSpPr>
          <p:cNvPr id="250" name="Google Shape;250;p19"/>
          <p:cNvSpPr txBox="1">
            <a:spLocks noGrp="1"/>
          </p:cNvSpPr>
          <p:nvPr>
            <p:ph type="subTitle" idx="4"/>
          </p:nvPr>
        </p:nvSpPr>
        <p:spPr>
          <a:xfrm>
            <a:off x="4800400" y="1164900"/>
            <a:ext cx="3776100" cy="572700"/>
          </a:xfrm>
          <a:prstGeom prst="rect">
            <a:avLst/>
          </a:prstGeom>
        </p:spPr>
        <p:txBody>
          <a:bodyPr spcFirstLastPara="1" wrap="square" lIns="68575" tIns="34275" rIns="68575" bIns="34275" anchor="b" anchorCtr="0">
            <a:normAutofit/>
          </a:bodyPr>
          <a:lstStyle>
            <a:lvl1pPr lvl="0"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1pPr>
            <a:lvl2pPr lvl="1"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2pPr>
            <a:lvl3pPr lvl="2"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3pPr>
            <a:lvl4pPr lvl="3"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4pPr>
            <a:lvl5pPr lvl="4"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5pPr>
            <a:lvl6pPr lvl="5"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6pPr>
            <a:lvl7pPr lvl="6"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7pPr>
            <a:lvl8pPr lvl="7"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8pPr>
            <a:lvl9pPr lvl="8"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9pPr>
          </a:lstStyle>
          <a:p>
            <a:endParaRPr/>
          </a:p>
        </p:txBody>
      </p:sp>
    </p:spTree>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288">
          <p15:clr>
            <a:srgbClr val="E46962"/>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Plus Light 1">
  <p:cSld name="CUSTOM_2_1_1">
    <p:spTree>
      <p:nvGrpSpPr>
        <p:cNvPr id="1" name="Shape 251"/>
        <p:cNvGrpSpPr/>
        <p:nvPr/>
      </p:nvGrpSpPr>
      <p:grpSpPr>
        <a:xfrm>
          <a:off x="0" y="0"/>
          <a:ext cx="0" cy="0"/>
          <a:chOff x="0" y="0"/>
          <a:chExt cx="0" cy="0"/>
        </a:xfrm>
      </p:grpSpPr>
      <p:sp>
        <p:nvSpPr>
          <p:cNvPr id="252" name="Google Shape;252;p20"/>
          <p:cNvSpPr txBox="1">
            <a:spLocks noGrp="1"/>
          </p:cNvSpPr>
          <p:nvPr>
            <p:ph type="title"/>
          </p:nvPr>
        </p:nvSpPr>
        <p:spPr>
          <a:xfrm>
            <a:off x="693575" y="440975"/>
            <a:ext cx="5703300" cy="921000"/>
          </a:xfrm>
          <a:prstGeom prst="rect">
            <a:avLst/>
          </a:prstGeom>
        </p:spPr>
        <p:txBody>
          <a:bodyPr spcFirstLastPara="1" wrap="square" lIns="68575" tIns="34275" rIns="68575" bIns="34275" anchor="ctr"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sp>
        <p:nvSpPr>
          <p:cNvPr id="253" name="Google Shape;253;p20"/>
          <p:cNvSpPr txBox="1">
            <a:spLocks noGrp="1"/>
          </p:cNvSpPr>
          <p:nvPr>
            <p:ph type="subTitle" idx="1"/>
          </p:nvPr>
        </p:nvSpPr>
        <p:spPr>
          <a:xfrm>
            <a:off x="457200" y="1142050"/>
            <a:ext cx="5519400" cy="441600"/>
          </a:xfrm>
          <a:prstGeom prst="rect">
            <a:avLst/>
          </a:prstGeom>
        </p:spPr>
        <p:txBody>
          <a:bodyPr spcFirstLastPara="1" wrap="square" lIns="68575" tIns="34275" rIns="68575" bIns="34275" anchor="b" anchorCtr="0">
            <a:normAutofit/>
          </a:bodyPr>
          <a:lstStyle>
            <a:lvl1pPr lvl="0"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1pPr>
            <a:lvl2pPr lvl="1"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2pPr>
            <a:lvl3pPr lvl="2"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3pPr>
            <a:lvl4pPr lvl="3"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4pPr>
            <a:lvl5pPr lvl="4"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5pPr>
            <a:lvl6pPr lvl="5"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6pPr>
            <a:lvl7pPr lvl="6"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7pPr>
            <a:lvl8pPr lvl="7"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8pPr>
            <a:lvl9pPr lvl="8" rtl="0">
              <a:lnSpc>
                <a:spcPct val="100000"/>
              </a:lnSpc>
              <a:spcBef>
                <a:spcPts val="800"/>
              </a:spcBef>
              <a:spcAft>
                <a:spcPts val="0"/>
              </a:spcAft>
              <a:buClr>
                <a:schemeClr val="dk1"/>
              </a:buClr>
              <a:buSzPts val="1600"/>
              <a:buFont typeface="Hanken Grotesk SemiBold"/>
              <a:buNone/>
              <a:defRPr sz="1600">
                <a:solidFill>
                  <a:schemeClr val="dk1"/>
                </a:solidFill>
                <a:latin typeface="Hanken Grotesk SemiBold"/>
                <a:ea typeface="Hanken Grotesk SemiBold"/>
                <a:cs typeface="Hanken Grotesk SemiBold"/>
                <a:sym typeface="Hanken Grotesk SemiBold"/>
              </a:defRPr>
            </a:lvl9pPr>
          </a:lstStyle>
          <a:p>
            <a:endParaRPr/>
          </a:p>
        </p:txBody>
      </p:sp>
      <p:sp>
        <p:nvSpPr>
          <p:cNvPr id="254" name="Google Shape;254;p20"/>
          <p:cNvSpPr>
            <a:spLocks noGrp="1"/>
          </p:cNvSpPr>
          <p:nvPr>
            <p:ph type="pic" idx="2"/>
          </p:nvPr>
        </p:nvSpPr>
        <p:spPr>
          <a:xfrm>
            <a:off x="5071100" y="1185325"/>
            <a:ext cx="3615600" cy="3297600"/>
          </a:xfrm>
          <a:prstGeom prst="rect">
            <a:avLst/>
          </a:prstGeom>
          <a:noFill/>
          <a:ln>
            <a:no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4-Sections">
  <p:cSld name="4-Sections">
    <p:spTree>
      <p:nvGrpSpPr>
        <p:cNvPr id="1" name="Shape 255"/>
        <p:cNvGrpSpPr/>
        <p:nvPr/>
      </p:nvGrpSpPr>
      <p:grpSpPr>
        <a:xfrm>
          <a:off x="0" y="0"/>
          <a:ext cx="0" cy="0"/>
          <a:chOff x="0" y="0"/>
          <a:chExt cx="0" cy="0"/>
        </a:xfrm>
      </p:grpSpPr>
      <p:sp>
        <p:nvSpPr>
          <p:cNvPr id="256" name="Google Shape;256;p21"/>
          <p:cNvSpPr txBox="1">
            <a:spLocks noGrp="1"/>
          </p:cNvSpPr>
          <p:nvPr>
            <p:ph type="title"/>
          </p:nvPr>
        </p:nvSpPr>
        <p:spPr>
          <a:xfrm>
            <a:off x="457200" y="342900"/>
            <a:ext cx="8229600" cy="5943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1"/>
              </a:buClr>
              <a:buSzPts val="1400"/>
              <a:buNone/>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a:endParaRPr/>
          </a:p>
        </p:txBody>
      </p:sp>
      <p:sp>
        <p:nvSpPr>
          <p:cNvPr id="257" name="Google Shape;257;p21"/>
          <p:cNvSpPr txBox="1">
            <a:spLocks noGrp="1"/>
          </p:cNvSpPr>
          <p:nvPr>
            <p:ph type="body" idx="1"/>
          </p:nvPr>
        </p:nvSpPr>
        <p:spPr>
          <a:xfrm>
            <a:off x="457200" y="1876096"/>
            <a:ext cx="1982100" cy="2817900"/>
          </a:xfrm>
          <a:prstGeom prst="rect">
            <a:avLst/>
          </a:prstGeom>
          <a:noFill/>
          <a:ln>
            <a:noFill/>
          </a:ln>
        </p:spPr>
        <p:txBody>
          <a:bodyPr spcFirstLastPara="1" wrap="square" lIns="68575" tIns="34275" rIns="68575" bIns="34275" anchor="t" anchorCtr="0">
            <a:normAutofit/>
          </a:bodyPr>
          <a:lstStyle>
            <a:lvl1pPr marL="457200" lvl="0" indent="-317500" algn="l" rtl="0">
              <a:lnSpc>
                <a:spcPct val="150000"/>
              </a:lnSpc>
              <a:spcBef>
                <a:spcPts val="900"/>
              </a:spcBef>
              <a:spcAft>
                <a:spcPts val="0"/>
              </a:spcAft>
              <a:buClr>
                <a:schemeClr val="dk1"/>
              </a:buClr>
              <a:buSzPts val="1400"/>
              <a:buChar char="►"/>
              <a:defRPr/>
            </a:lvl1pPr>
            <a:lvl2pPr marL="914400" lvl="1" indent="-317500" algn="l" rtl="0">
              <a:lnSpc>
                <a:spcPct val="150000"/>
              </a:lnSpc>
              <a:spcBef>
                <a:spcPts val="900"/>
              </a:spcBef>
              <a:spcAft>
                <a:spcPts val="0"/>
              </a:spcAft>
              <a:buClr>
                <a:schemeClr val="dk1"/>
              </a:buClr>
              <a:buSzPts val="1400"/>
              <a:buChar char="►"/>
              <a:defRPr/>
            </a:lvl2pPr>
            <a:lvl3pPr marL="1371600" lvl="2" indent="-317500" algn="l" rtl="0">
              <a:lnSpc>
                <a:spcPct val="150000"/>
              </a:lnSpc>
              <a:spcBef>
                <a:spcPts val="900"/>
              </a:spcBef>
              <a:spcAft>
                <a:spcPts val="0"/>
              </a:spcAft>
              <a:buClr>
                <a:schemeClr val="dk1"/>
              </a:buClr>
              <a:buSzPts val="1400"/>
              <a:buChar char="►"/>
              <a:defRPr/>
            </a:lvl3pPr>
            <a:lvl4pPr marL="1828800" lvl="3" indent="-317500" algn="l" rtl="0">
              <a:lnSpc>
                <a:spcPct val="150000"/>
              </a:lnSpc>
              <a:spcBef>
                <a:spcPts val="900"/>
              </a:spcBef>
              <a:spcAft>
                <a:spcPts val="0"/>
              </a:spcAft>
              <a:buClr>
                <a:schemeClr val="dk1"/>
              </a:buClr>
              <a:buSzPts val="1400"/>
              <a:buChar char="►"/>
              <a:defRPr/>
            </a:lvl4pPr>
            <a:lvl5pPr marL="2286000" lvl="4" indent="-317500" algn="l" rtl="0">
              <a:lnSpc>
                <a:spcPct val="150000"/>
              </a:lnSpc>
              <a:spcBef>
                <a:spcPts val="900"/>
              </a:spcBef>
              <a:spcAft>
                <a:spcPts val="0"/>
              </a:spcAft>
              <a:buClr>
                <a:schemeClr val="dk1"/>
              </a:buClr>
              <a:buSzPts val="1400"/>
              <a:buChar char="►"/>
              <a:defRPr/>
            </a:lvl5pPr>
            <a:lvl6pPr marL="2743200" lvl="5" indent="-317500" algn="l" rtl="0">
              <a:lnSpc>
                <a:spcPct val="90000"/>
              </a:lnSpc>
              <a:spcBef>
                <a:spcPts val="400"/>
              </a:spcBef>
              <a:spcAft>
                <a:spcPts val="0"/>
              </a:spcAft>
              <a:buClr>
                <a:schemeClr val="dk1"/>
              </a:buClr>
              <a:buSzPts val="1400"/>
              <a:buChar char="►"/>
              <a:defRPr/>
            </a:lvl6pPr>
            <a:lvl7pPr marL="3200400" lvl="6" indent="-317500" algn="l" rtl="0">
              <a:lnSpc>
                <a:spcPct val="90000"/>
              </a:lnSpc>
              <a:spcBef>
                <a:spcPts val="400"/>
              </a:spcBef>
              <a:spcAft>
                <a:spcPts val="0"/>
              </a:spcAft>
              <a:buClr>
                <a:schemeClr val="dk1"/>
              </a:buClr>
              <a:buSzPts val="1400"/>
              <a:buChar char="►"/>
              <a:defRPr/>
            </a:lvl7pPr>
            <a:lvl8pPr marL="3657600" lvl="7" indent="-317500" algn="l" rtl="0">
              <a:lnSpc>
                <a:spcPct val="90000"/>
              </a:lnSpc>
              <a:spcBef>
                <a:spcPts val="400"/>
              </a:spcBef>
              <a:spcAft>
                <a:spcPts val="0"/>
              </a:spcAft>
              <a:buClr>
                <a:schemeClr val="dk1"/>
              </a:buClr>
              <a:buSzPts val="1400"/>
              <a:buChar char="►"/>
              <a:defRPr/>
            </a:lvl8pPr>
            <a:lvl9pPr marL="4114800" lvl="8" indent="-317500" algn="l" rtl="0">
              <a:lnSpc>
                <a:spcPct val="90000"/>
              </a:lnSpc>
              <a:spcBef>
                <a:spcPts val="400"/>
              </a:spcBef>
              <a:spcAft>
                <a:spcPts val="0"/>
              </a:spcAft>
              <a:buClr>
                <a:schemeClr val="dk1"/>
              </a:buClr>
              <a:buSzPts val="1400"/>
              <a:buChar char="►"/>
              <a:defRPr/>
            </a:lvl9pPr>
          </a:lstStyle>
          <a:p>
            <a:endParaRPr/>
          </a:p>
        </p:txBody>
      </p:sp>
      <p:sp>
        <p:nvSpPr>
          <p:cNvPr id="258" name="Google Shape;258;p21"/>
          <p:cNvSpPr txBox="1">
            <a:spLocks noGrp="1"/>
          </p:cNvSpPr>
          <p:nvPr>
            <p:ph type="body" idx="2"/>
          </p:nvPr>
        </p:nvSpPr>
        <p:spPr>
          <a:xfrm>
            <a:off x="2539746" y="1876096"/>
            <a:ext cx="1982100" cy="2817900"/>
          </a:xfrm>
          <a:prstGeom prst="rect">
            <a:avLst/>
          </a:prstGeom>
          <a:noFill/>
          <a:ln>
            <a:noFill/>
          </a:ln>
        </p:spPr>
        <p:txBody>
          <a:bodyPr spcFirstLastPara="1" wrap="square" lIns="68575" tIns="34275" rIns="68575" bIns="34275" anchor="t" anchorCtr="0">
            <a:normAutofit/>
          </a:bodyPr>
          <a:lstStyle>
            <a:lvl1pPr marL="457200" lvl="0" indent="-317500" algn="l" rtl="0">
              <a:lnSpc>
                <a:spcPct val="150000"/>
              </a:lnSpc>
              <a:spcBef>
                <a:spcPts val="900"/>
              </a:spcBef>
              <a:spcAft>
                <a:spcPts val="0"/>
              </a:spcAft>
              <a:buClr>
                <a:schemeClr val="dk1"/>
              </a:buClr>
              <a:buSzPts val="1400"/>
              <a:buChar char="►"/>
              <a:defRPr/>
            </a:lvl1pPr>
            <a:lvl2pPr marL="914400" lvl="1" indent="-317500" algn="l" rtl="0">
              <a:lnSpc>
                <a:spcPct val="150000"/>
              </a:lnSpc>
              <a:spcBef>
                <a:spcPts val="900"/>
              </a:spcBef>
              <a:spcAft>
                <a:spcPts val="0"/>
              </a:spcAft>
              <a:buClr>
                <a:schemeClr val="dk1"/>
              </a:buClr>
              <a:buSzPts val="1400"/>
              <a:buChar char="►"/>
              <a:defRPr/>
            </a:lvl2pPr>
            <a:lvl3pPr marL="1371600" lvl="2" indent="-317500" algn="l" rtl="0">
              <a:lnSpc>
                <a:spcPct val="150000"/>
              </a:lnSpc>
              <a:spcBef>
                <a:spcPts val="900"/>
              </a:spcBef>
              <a:spcAft>
                <a:spcPts val="0"/>
              </a:spcAft>
              <a:buClr>
                <a:schemeClr val="dk1"/>
              </a:buClr>
              <a:buSzPts val="1400"/>
              <a:buChar char="►"/>
              <a:defRPr/>
            </a:lvl3pPr>
            <a:lvl4pPr marL="1828800" lvl="3" indent="-317500" algn="l" rtl="0">
              <a:lnSpc>
                <a:spcPct val="150000"/>
              </a:lnSpc>
              <a:spcBef>
                <a:spcPts val="900"/>
              </a:spcBef>
              <a:spcAft>
                <a:spcPts val="0"/>
              </a:spcAft>
              <a:buClr>
                <a:schemeClr val="dk1"/>
              </a:buClr>
              <a:buSzPts val="1400"/>
              <a:buChar char="►"/>
              <a:defRPr/>
            </a:lvl4pPr>
            <a:lvl5pPr marL="2286000" lvl="4" indent="-317500" algn="l" rtl="0">
              <a:lnSpc>
                <a:spcPct val="150000"/>
              </a:lnSpc>
              <a:spcBef>
                <a:spcPts val="900"/>
              </a:spcBef>
              <a:spcAft>
                <a:spcPts val="0"/>
              </a:spcAft>
              <a:buClr>
                <a:schemeClr val="dk1"/>
              </a:buClr>
              <a:buSzPts val="1400"/>
              <a:buChar char="►"/>
              <a:defRPr/>
            </a:lvl5pPr>
            <a:lvl6pPr marL="2743200" lvl="5" indent="-317500" algn="l" rtl="0">
              <a:lnSpc>
                <a:spcPct val="90000"/>
              </a:lnSpc>
              <a:spcBef>
                <a:spcPts val="400"/>
              </a:spcBef>
              <a:spcAft>
                <a:spcPts val="0"/>
              </a:spcAft>
              <a:buClr>
                <a:schemeClr val="dk1"/>
              </a:buClr>
              <a:buSzPts val="1400"/>
              <a:buChar char="►"/>
              <a:defRPr/>
            </a:lvl6pPr>
            <a:lvl7pPr marL="3200400" lvl="6" indent="-317500" algn="l" rtl="0">
              <a:lnSpc>
                <a:spcPct val="90000"/>
              </a:lnSpc>
              <a:spcBef>
                <a:spcPts val="400"/>
              </a:spcBef>
              <a:spcAft>
                <a:spcPts val="0"/>
              </a:spcAft>
              <a:buClr>
                <a:schemeClr val="dk1"/>
              </a:buClr>
              <a:buSzPts val="1400"/>
              <a:buChar char="►"/>
              <a:defRPr/>
            </a:lvl7pPr>
            <a:lvl8pPr marL="3657600" lvl="7" indent="-317500" algn="l" rtl="0">
              <a:lnSpc>
                <a:spcPct val="90000"/>
              </a:lnSpc>
              <a:spcBef>
                <a:spcPts val="400"/>
              </a:spcBef>
              <a:spcAft>
                <a:spcPts val="0"/>
              </a:spcAft>
              <a:buClr>
                <a:schemeClr val="dk1"/>
              </a:buClr>
              <a:buSzPts val="1400"/>
              <a:buChar char="►"/>
              <a:defRPr/>
            </a:lvl8pPr>
            <a:lvl9pPr marL="4114800" lvl="8" indent="-317500" algn="l" rtl="0">
              <a:lnSpc>
                <a:spcPct val="90000"/>
              </a:lnSpc>
              <a:spcBef>
                <a:spcPts val="400"/>
              </a:spcBef>
              <a:spcAft>
                <a:spcPts val="0"/>
              </a:spcAft>
              <a:buClr>
                <a:schemeClr val="dk1"/>
              </a:buClr>
              <a:buSzPts val="1400"/>
              <a:buChar char="►"/>
              <a:defRPr/>
            </a:lvl9pPr>
          </a:lstStyle>
          <a:p>
            <a:endParaRPr/>
          </a:p>
        </p:txBody>
      </p:sp>
      <p:sp>
        <p:nvSpPr>
          <p:cNvPr id="259" name="Google Shape;259;p21"/>
          <p:cNvSpPr txBox="1">
            <a:spLocks noGrp="1"/>
          </p:cNvSpPr>
          <p:nvPr>
            <p:ph type="dt" idx="10"/>
          </p:nvPr>
        </p:nvSpPr>
        <p:spPr>
          <a:xfrm>
            <a:off x="457200" y="4800600"/>
            <a:ext cx="2229000" cy="2406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60" name="Google Shape;260;p21"/>
          <p:cNvSpPr txBox="1">
            <a:spLocks noGrp="1"/>
          </p:cNvSpPr>
          <p:nvPr>
            <p:ph type="ftr" idx="11"/>
          </p:nvPr>
        </p:nvSpPr>
        <p:spPr>
          <a:xfrm>
            <a:off x="2775585" y="4800600"/>
            <a:ext cx="3592800" cy="2406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100"/>
              <a:buNone/>
              <a:defRPr/>
            </a:lvl1pPr>
            <a:lvl2pPr lvl="1" algn="l" rtl="0">
              <a:spcBef>
                <a:spcPts val="0"/>
              </a:spcBef>
              <a:spcAft>
                <a:spcPts val="0"/>
              </a:spcAft>
              <a:buSzPts val="1100"/>
              <a:buNone/>
              <a:defRPr/>
            </a:lvl2pPr>
            <a:lvl3pPr lvl="2" algn="l" rtl="0">
              <a:spcBef>
                <a:spcPts val="0"/>
              </a:spcBef>
              <a:spcAft>
                <a:spcPts val="0"/>
              </a:spcAft>
              <a:buSzPts val="1100"/>
              <a:buNone/>
              <a:defRPr/>
            </a:lvl3pPr>
            <a:lvl4pPr lvl="3" algn="l" rtl="0">
              <a:spcBef>
                <a:spcPts val="0"/>
              </a:spcBef>
              <a:spcAft>
                <a:spcPts val="0"/>
              </a:spcAft>
              <a:buSzPts val="1100"/>
              <a:buNone/>
              <a:defRPr/>
            </a:lvl4pPr>
            <a:lvl5pPr lvl="4" algn="l" rtl="0">
              <a:spcBef>
                <a:spcPts val="0"/>
              </a:spcBef>
              <a:spcAft>
                <a:spcPts val="0"/>
              </a:spcAft>
              <a:buSzPts val="1100"/>
              <a:buNone/>
              <a:defRPr/>
            </a:lvl5pPr>
            <a:lvl6pPr lvl="5" algn="l" rtl="0">
              <a:spcBef>
                <a:spcPts val="0"/>
              </a:spcBef>
              <a:spcAft>
                <a:spcPts val="0"/>
              </a:spcAft>
              <a:buSzPts val="1100"/>
              <a:buNone/>
              <a:defRPr/>
            </a:lvl6pPr>
            <a:lvl7pPr lvl="6" algn="l" rtl="0">
              <a:spcBef>
                <a:spcPts val="0"/>
              </a:spcBef>
              <a:spcAft>
                <a:spcPts val="0"/>
              </a:spcAft>
              <a:buSzPts val="1100"/>
              <a:buNone/>
              <a:defRPr/>
            </a:lvl7pPr>
            <a:lvl8pPr lvl="7" algn="l" rtl="0">
              <a:spcBef>
                <a:spcPts val="0"/>
              </a:spcBef>
              <a:spcAft>
                <a:spcPts val="0"/>
              </a:spcAft>
              <a:buSzPts val="1100"/>
              <a:buNone/>
              <a:defRPr/>
            </a:lvl8pPr>
            <a:lvl9pPr lvl="8" algn="l" rtl="0">
              <a:spcBef>
                <a:spcPts val="0"/>
              </a:spcBef>
              <a:spcAft>
                <a:spcPts val="0"/>
              </a:spcAft>
              <a:buSzPts val="1100"/>
              <a:buNone/>
              <a:defRPr/>
            </a:lvl9pPr>
          </a:lstStyle>
          <a:p>
            <a:endParaRPr/>
          </a:p>
        </p:txBody>
      </p:sp>
      <p:sp>
        <p:nvSpPr>
          <p:cNvPr id="261" name="Google Shape;261;p21"/>
          <p:cNvSpPr txBox="1">
            <a:spLocks noGrp="1"/>
          </p:cNvSpPr>
          <p:nvPr>
            <p:ph type="sldNum" idx="12"/>
          </p:nvPr>
        </p:nvSpPr>
        <p:spPr>
          <a:xfrm>
            <a:off x="6865620" y="4800600"/>
            <a:ext cx="1821300" cy="2406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
              <a:t>‹#›</a:t>
            </a:fld>
            <a:endParaRPr/>
          </a:p>
        </p:txBody>
      </p:sp>
      <p:sp>
        <p:nvSpPr>
          <p:cNvPr id="262" name="Google Shape;262;p21"/>
          <p:cNvSpPr txBox="1">
            <a:spLocks noGrp="1"/>
          </p:cNvSpPr>
          <p:nvPr>
            <p:ph type="body" idx="3"/>
          </p:nvPr>
        </p:nvSpPr>
        <p:spPr>
          <a:xfrm>
            <a:off x="457200" y="1059180"/>
            <a:ext cx="1982100" cy="710100"/>
          </a:xfrm>
          <a:prstGeom prst="rect">
            <a:avLst/>
          </a:prstGeom>
          <a:noFill/>
          <a:ln>
            <a:noFill/>
          </a:ln>
        </p:spPr>
        <p:txBody>
          <a:bodyPr spcFirstLastPara="1" wrap="square" lIns="68575" tIns="34275" rIns="68575" bIns="34275" anchor="b" anchorCtr="0">
            <a:noAutofit/>
          </a:bodyPr>
          <a:lstStyle>
            <a:lvl1pPr marL="457200" lvl="0" indent="-228600" algn="l" rtl="0">
              <a:lnSpc>
                <a:spcPct val="100000"/>
              </a:lnSpc>
              <a:spcBef>
                <a:spcPts val="900"/>
              </a:spcBef>
              <a:spcAft>
                <a:spcPts val="0"/>
              </a:spcAft>
              <a:buClr>
                <a:schemeClr val="dk1"/>
              </a:buClr>
              <a:buSzPts val="1700"/>
              <a:buNone/>
              <a:defRPr sz="1700" b="1">
                <a:latin typeface="Libre Franklin Medium"/>
                <a:ea typeface="Libre Franklin Medium"/>
                <a:cs typeface="Libre Franklin Medium"/>
                <a:sym typeface="Libre Franklin Medium"/>
              </a:defRPr>
            </a:lvl1pPr>
            <a:lvl2pPr marL="914400" lvl="1" indent="-228600" algn="l" rtl="0">
              <a:lnSpc>
                <a:spcPct val="150000"/>
              </a:lnSpc>
              <a:spcBef>
                <a:spcPts val="900"/>
              </a:spcBef>
              <a:spcAft>
                <a:spcPts val="0"/>
              </a:spcAft>
              <a:buClr>
                <a:schemeClr val="dk1"/>
              </a:buClr>
              <a:buSzPts val="1500"/>
              <a:buNone/>
              <a:defRPr sz="1500" b="1"/>
            </a:lvl2pPr>
            <a:lvl3pPr marL="1371600" lvl="2" indent="-228600" algn="l" rtl="0">
              <a:lnSpc>
                <a:spcPct val="150000"/>
              </a:lnSpc>
              <a:spcBef>
                <a:spcPts val="900"/>
              </a:spcBef>
              <a:spcAft>
                <a:spcPts val="0"/>
              </a:spcAft>
              <a:buClr>
                <a:schemeClr val="dk1"/>
              </a:buClr>
              <a:buSzPts val="1400"/>
              <a:buNone/>
              <a:defRPr sz="1400" b="1"/>
            </a:lvl3pPr>
            <a:lvl4pPr marL="1828800" lvl="3" indent="-228600" algn="l" rtl="0">
              <a:lnSpc>
                <a:spcPct val="150000"/>
              </a:lnSpc>
              <a:spcBef>
                <a:spcPts val="900"/>
              </a:spcBef>
              <a:spcAft>
                <a:spcPts val="0"/>
              </a:spcAft>
              <a:buClr>
                <a:schemeClr val="dk1"/>
              </a:buClr>
              <a:buSzPts val="1200"/>
              <a:buNone/>
              <a:defRPr sz="1200" b="1"/>
            </a:lvl4pPr>
            <a:lvl5pPr marL="2286000" lvl="4" indent="-228600" algn="l" rtl="0">
              <a:lnSpc>
                <a:spcPct val="150000"/>
              </a:lnSpc>
              <a:spcBef>
                <a:spcPts val="900"/>
              </a:spcBef>
              <a:spcAft>
                <a:spcPts val="0"/>
              </a:spcAft>
              <a:buClr>
                <a:schemeClr val="dk1"/>
              </a:buClr>
              <a:buSzPts val="1200"/>
              <a:buNone/>
              <a:defRPr sz="1200" b="1"/>
            </a:lvl5pPr>
            <a:lvl6pPr marL="2743200" lvl="5" indent="-228600" algn="l" rtl="0">
              <a:lnSpc>
                <a:spcPct val="90000"/>
              </a:lnSpc>
              <a:spcBef>
                <a:spcPts val="400"/>
              </a:spcBef>
              <a:spcAft>
                <a:spcPts val="0"/>
              </a:spcAft>
              <a:buClr>
                <a:schemeClr val="dk1"/>
              </a:buClr>
              <a:buSzPts val="1200"/>
              <a:buNone/>
              <a:defRPr sz="1200" b="1"/>
            </a:lvl6pPr>
            <a:lvl7pPr marL="3200400" lvl="6" indent="-228600" algn="l" rtl="0">
              <a:lnSpc>
                <a:spcPct val="90000"/>
              </a:lnSpc>
              <a:spcBef>
                <a:spcPts val="400"/>
              </a:spcBef>
              <a:spcAft>
                <a:spcPts val="0"/>
              </a:spcAft>
              <a:buClr>
                <a:schemeClr val="dk1"/>
              </a:buClr>
              <a:buSzPts val="1200"/>
              <a:buNone/>
              <a:defRPr sz="1200" b="1"/>
            </a:lvl7pPr>
            <a:lvl8pPr marL="3657600" lvl="7" indent="-228600" algn="l" rtl="0">
              <a:lnSpc>
                <a:spcPct val="90000"/>
              </a:lnSpc>
              <a:spcBef>
                <a:spcPts val="400"/>
              </a:spcBef>
              <a:spcAft>
                <a:spcPts val="0"/>
              </a:spcAft>
              <a:buClr>
                <a:schemeClr val="dk1"/>
              </a:buClr>
              <a:buSzPts val="1200"/>
              <a:buNone/>
              <a:defRPr sz="1200" b="1"/>
            </a:lvl8pPr>
            <a:lvl9pPr marL="4114800" lvl="8" indent="-228600" algn="l" rtl="0">
              <a:lnSpc>
                <a:spcPct val="90000"/>
              </a:lnSpc>
              <a:spcBef>
                <a:spcPts val="400"/>
              </a:spcBef>
              <a:spcAft>
                <a:spcPts val="0"/>
              </a:spcAft>
              <a:buClr>
                <a:schemeClr val="dk1"/>
              </a:buClr>
              <a:buSzPts val="1200"/>
              <a:buNone/>
              <a:defRPr sz="1200" b="1"/>
            </a:lvl9pPr>
          </a:lstStyle>
          <a:p>
            <a:endParaRPr/>
          </a:p>
        </p:txBody>
      </p:sp>
      <p:sp>
        <p:nvSpPr>
          <p:cNvPr id="263" name="Google Shape;263;p21"/>
          <p:cNvSpPr txBox="1">
            <a:spLocks noGrp="1"/>
          </p:cNvSpPr>
          <p:nvPr>
            <p:ph type="body" idx="4"/>
          </p:nvPr>
        </p:nvSpPr>
        <p:spPr>
          <a:xfrm>
            <a:off x="2539746" y="1059180"/>
            <a:ext cx="1982100" cy="710100"/>
          </a:xfrm>
          <a:prstGeom prst="rect">
            <a:avLst/>
          </a:prstGeom>
          <a:noFill/>
          <a:ln>
            <a:noFill/>
          </a:ln>
        </p:spPr>
        <p:txBody>
          <a:bodyPr spcFirstLastPara="1" wrap="square" lIns="68575" tIns="34275" rIns="68575" bIns="34275" anchor="b" anchorCtr="0">
            <a:noAutofit/>
          </a:bodyPr>
          <a:lstStyle>
            <a:lvl1pPr marL="457200" lvl="0" indent="-228600" algn="l" rtl="0">
              <a:lnSpc>
                <a:spcPct val="100000"/>
              </a:lnSpc>
              <a:spcBef>
                <a:spcPts val="900"/>
              </a:spcBef>
              <a:spcAft>
                <a:spcPts val="0"/>
              </a:spcAft>
              <a:buClr>
                <a:schemeClr val="dk1"/>
              </a:buClr>
              <a:buSzPts val="1700"/>
              <a:buNone/>
              <a:defRPr sz="1700" b="1">
                <a:latin typeface="Libre Franklin Medium"/>
                <a:ea typeface="Libre Franklin Medium"/>
                <a:cs typeface="Libre Franklin Medium"/>
                <a:sym typeface="Libre Franklin Medium"/>
              </a:defRPr>
            </a:lvl1pPr>
            <a:lvl2pPr marL="914400" lvl="1" indent="-228600" algn="l" rtl="0">
              <a:lnSpc>
                <a:spcPct val="150000"/>
              </a:lnSpc>
              <a:spcBef>
                <a:spcPts val="900"/>
              </a:spcBef>
              <a:spcAft>
                <a:spcPts val="0"/>
              </a:spcAft>
              <a:buClr>
                <a:schemeClr val="dk1"/>
              </a:buClr>
              <a:buSzPts val="1500"/>
              <a:buNone/>
              <a:defRPr sz="1500" b="1"/>
            </a:lvl2pPr>
            <a:lvl3pPr marL="1371600" lvl="2" indent="-228600" algn="l" rtl="0">
              <a:lnSpc>
                <a:spcPct val="150000"/>
              </a:lnSpc>
              <a:spcBef>
                <a:spcPts val="900"/>
              </a:spcBef>
              <a:spcAft>
                <a:spcPts val="0"/>
              </a:spcAft>
              <a:buClr>
                <a:schemeClr val="dk1"/>
              </a:buClr>
              <a:buSzPts val="1400"/>
              <a:buNone/>
              <a:defRPr sz="1400" b="1"/>
            </a:lvl3pPr>
            <a:lvl4pPr marL="1828800" lvl="3" indent="-228600" algn="l" rtl="0">
              <a:lnSpc>
                <a:spcPct val="150000"/>
              </a:lnSpc>
              <a:spcBef>
                <a:spcPts val="900"/>
              </a:spcBef>
              <a:spcAft>
                <a:spcPts val="0"/>
              </a:spcAft>
              <a:buClr>
                <a:schemeClr val="dk1"/>
              </a:buClr>
              <a:buSzPts val="1200"/>
              <a:buNone/>
              <a:defRPr sz="1200" b="1"/>
            </a:lvl4pPr>
            <a:lvl5pPr marL="2286000" lvl="4" indent="-228600" algn="l" rtl="0">
              <a:lnSpc>
                <a:spcPct val="150000"/>
              </a:lnSpc>
              <a:spcBef>
                <a:spcPts val="900"/>
              </a:spcBef>
              <a:spcAft>
                <a:spcPts val="0"/>
              </a:spcAft>
              <a:buClr>
                <a:schemeClr val="dk1"/>
              </a:buClr>
              <a:buSzPts val="1200"/>
              <a:buNone/>
              <a:defRPr sz="1200" b="1"/>
            </a:lvl5pPr>
            <a:lvl6pPr marL="2743200" lvl="5" indent="-228600" algn="l" rtl="0">
              <a:lnSpc>
                <a:spcPct val="90000"/>
              </a:lnSpc>
              <a:spcBef>
                <a:spcPts val="400"/>
              </a:spcBef>
              <a:spcAft>
                <a:spcPts val="0"/>
              </a:spcAft>
              <a:buClr>
                <a:schemeClr val="dk1"/>
              </a:buClr>
              <a:buSzPts val="1200"/>
              <a:buNone/>
              <a:defRPr sz="1200" b="1"/>
            </a:lvl6pPr>
            <a:lvl7pPr marL="3200400" lvl="6" indent="-228600" algn="l" rtl="0">
              <a:lnSpc>
                <a:spcPct val="90000"/>
              </a:lnSpc>
              <a:spcBef>
                <a:spcPts val="400"/>
              </a:spcBef>
              <a:spcAft>
                <a:spcPts val="0"/>
              </a:spcAft>
              <a:buClr>
                <a:schemeClr val="dk1"/>
              </a:buClr>
              <a:buSzPts val="1200"/>
              <a:buNone/>
              <a:defRPr sz="1200" b="1"/>
            </a:lvl7pPr>
            <a:lvl8pPr marL="3657600" lvl="7" indent="-228600" algn="l" rtl="0">
              <a:lnSpc>
                <a:spcPct val="90000"/>
              </a:lnSpc>
              <a:spcBef>
                <a:spcPts val="400"/>
              </a:spcBef>
              <a:spcAft>
                <a:spcPts val="0"/>
              </a:spcAft>
              <a:buClr>
                <a:schemeClr val="dk1"/>
              </a:buClr>
              <a:buSzPts val="1200"/>
              <a:buNone/>
              <a:defRPr sz="1200" b="1"/>
            </a:lvl8pPr>
            <a:lvl9pPr marL="4114800" lvl="8" indent="-228600" algn="l" rtl="0">
              <a:lnSpc>
                <a:spcPct val="90000"/>
              </a:lnSpc>
              <a:spcBef>
                <a:spcPts val="400"/>
              </a:spcBef>
              <a:spcAft>
                <a:spcPts val="0"/>
              </a:spcAft>
              <a:buClr>
                <a:schemeClr val="dk1"/>
              </a:buClr>
              <a:buSzPts val="1200"/>
              <a:buNone/>
              <a:defRPr sz="1200" b="1"/>
            </a:lvl9pPr>
          </a:lstStyle>
          <a:p>
            <a:endParaRPr/>
          </a:p>
        </p:txBody>
      </p:sp>
      <p:sp>
        <p:nvSpPr>
          <p:cNvPr id="264" name="Google Shape;264;p21"/>
          <p:cNvSpPr txBox="1">
            <a:spLocks noGrp="1"/>
          </p:cNvSpPr>
          <p:nvPr>
            <p:ph type="body" idx="5"/>
          </p:nvPr>
        </p:nvSpPr>
        <p:spPr>
          <a:xfrm>
            <a:off x="4622292" y="1876096"/>
            <a:ext cx="1982100" cy="2817900"/>
          </a:xfrm>
          <a:prstGeom prst="rect">
            <a:avLst/>
          </a:prstGeom>
          <a:noFill/>
          <a:ln>
            <a:noFill/>
          </a:ln>
        </p:spPr>
        <p:txBody>
          <a:bodyPr spcFirstLastPara="1" wrap="square" lIns="68575" tIns="34275" rIns="68575" bIns="34275" anchor="t" anchorCtr="0">
            <a:normAutofit/>
          </a:bodyPr>
          <a:lstStyle>
            <a:lvl1pPr marL="457200" lvl="0" indent="-317500" algn="l" rtl="0">
              <a:lnSpc>
                <a:spcPct val="150000"/>
              </a:lnSpc>
              <a:spcBef>
                <a:spcPts val="900"/>
              </a:spcBef>
              <a:spcAft>
                <a:spcPts val="0"/>
              </a:spcAft>
              <a:buClr>
                <a:schemeClr val="dk1"/>
              </a:buClr>
              <a:buSzPts val="1400"/>
              <a:buChar char="►"/>
              <a:defRPr/>
            </a:lvl1pPr>
            <a:lvl2pPr marL="914400" lvl="1" indent="-317500" algn="l" rtl="0">
              <a:lnSpc>
                <a:spcPct val="150000"/>
              </a:lnSpc>
              <a:spcBef>
                <a:spcPts val="900"/>
              </a:spcBef>
              <a:spcAft>
                <a:spcPts val="0"/>
              </a:spcAft>
              <a:buClr>
                <a:schemeClr val="dk1"/>
              </a:buClr>
              <a:buSzPts val="1400"/>
              <a:buChar char="►"/>
              <a:defRPr/>
            </a:lvl2pPr>
            <a:lvl3pPr marL="1371600" lvl="2" indent="-317500" algn="l" rtl="0">
              <a:lnSpc>
                <a:spcPct val="150000"/>
              </a:lnSpc>
              <a:spcBef>
                <a:spcPts val="900"/>
              </a:spcBef>
              <a:spcAft>
                <a:spcPts val="0"/>
              </a:spcAft>
              <a:buClr>
                <a:schemeClr val="dk1"/>
              </a:buClr>
              <a:buSzPts val="1400"/>
              <a:buChar char="►"/>
              <a:defRPr/>
            </a:lvl3pPr>
            <a:lvl4pPr marL="1828800" lvl="3" indent="-317500" algn="l" rtl="0">
              <a:lnSpc>
                <a:spcPct val="150000"/>
              </a:lnSpc>
              <a:spcBef>
                <a:spcPts val="900"/>
              </a:spcBef>
              <a:spcAft>
                <a:spcPts val="0"/>
              </a:spcAft>
              <a:buClr>
                <a:schemeClr val="dk1"/>
              </a:buClr>
              <a:buSzPts val="1400"/>
              <a:buChar char="►"/>
              <a:defRPr/>
            </a:lvl4pPr>
            <a:lvl5pPr marL="2286000" lvl="4" indent="-317500" algn="l" rtl="0">
              <a:lnSpc>
                <a:spcPct val="150000"/>
              </a:lnSpc>
              <a:spcBef>
                <a:spcPts val="900"/>
              </a:spcBef>
              <a:spcAft>
                <a:spcPts val="0"/>
              </a:spcAft>
              <a:buClr>
                <a:schemeClr val="dk1"/>
              </a:buClr>
              <a:buSzPts val="1400"/>
              <a:buChar char="►"/>
              <a:defRPr/>
            </a:lvl5pPr>
            <a:lvl6pPr marL="2743200" lvl="5" indent="-317500" algn="l" rtl="0">
              <a:lnSpc>
                <a:spcPct val="90000"/>
              </a:lnSpc>
              <a:spcBef>
                <a:spcPts val="400"/>
              </a:spcBef>
              <a:spcAft>
                <a:spcPts val="0"/>
              </a:spcAft>
              <a:buClr>
                <a:schemeClr val="dk1"/>
              </a:buClr>
              <a:buSzPts val="1400"/>
              <a:buChar char="►"/>
              <a:defRPr/>
            </a:lvl6pPr>
            <a:lvl7pPr marL="3200400" lvl="6" indent="-317500" algn="l" rtl="0">
              <a:lnSpc>
                <a:spcPct val="90000"/>
              </a:lnSpc>
              <a:spcBef>
                <a:spcPts val="400"/>
              </a:spcBef>
              <a:spcAft>
                <a:spcPts val="0"/>
              </a:spcAft>
              <a:buClr>
                <a:schemeClr val="dk1"/>
              </a:buClr>
              <a:buSzPts val="1400"/>
              <a:buChar char="►"/>
              <a:defRPr/>
            </a:lvl7pPr>
            <a:lvl8pPr marL="3657600" lvl="7" indent="-317500" algn="l" rtl="0">
              <a:lnSpc>
                <a:spcPct val="90000"/>
              </a:lnSpc>
              <a:spcBef>
                <a:spcPts val="400"/>
              </a:spcBef>
              <a:spcAft>
                <a:spcPts val="0"/>
              </a:spcAft>
              <a:buClr>
                <a:schemeClr val="dk1"/>
              </a:buClr>
              <a:buSzPts val="1400"/>
              <a:buChar char="►"/>
              <a:defRPr/>
            </a:lvl8pPr>
            <a:lvl9pPr marL="4114800" lvl="8" indent="-317500" algn="l" rtl="0">
              <a:lnSpc>
                <a:spcPct val="90000"/>
              </a:lnSpc>
              <a:spcBef>
                <a:spcPts val="400"/>
              </a:spcBef>
              <a:spcAft>
                <a:spcPts val="0"/>
              </a:spcAft>
              <a:buClr>
                <a:schemeClr val="dk1"/>
              </a:buClr>
              <a:buSzPts val="1400"/>
              <a:buChar char="►"/>
              <a:defRPr/>
            </a:lvl9pPr>
          </a:lstStyle>
          <a:p>
            <a:endParaRPr/>
          </a:p>
        </p:txBody>
      </p:sp>
      <p:sp>
        <p:nvSpPr>
          <p:cNvPr id="265" name="Google Shape;265;p21"/>
          <p:cNvSpPr txBox="1">
            <a:spLocks noGrp="1"/>
          </p:cNvSpPr>
          <p:nvPr>
            <p:ph type="body" idx="6"/>
          </p:nvPr>
        </p:nvSpPr>
        <p:spPr>
          <a:xfrm>
            <a:off x="6704838" y="1877673"/>
            <a:ext cx="1982100" cy="2817900"/>
          </a:xfrm>
          <a:prstGeom prst="rect">
            <a:avLst/>
          </a:prstGeom>
          <a:noFill/>
          <a:ln>
            <a:noFill/>
          </a:ln>
        </p:spPr>
        <p:txBody>
          <a:bodyPr spcFirstLastPara="1" wrap="square" lIns="68575" tIns="34275" rIns="68575" bIns="34275" anchor="t" anchorCtr="0">
            <a:normAutofit/>
          </a:bodyPr>
          <a:lstStyle>
            <a:lvl1pPr marL="457200" lvl="0" indent="-317500" algn="l" rtl="0">
              <a:lnSpc>
                <a:spcPct val="150000"/>
              </a:lnSpc>
              <a:spcBef>
                <a:spcPts val="900"/>
              </a:spcBef>
              <a:spcAft>
                <a:spcPts val="0"/>
              </a:spcAft>
              <a:buClr>
                <a:schemeClr val="dk1"/>
              </a:buClr>
              <a:buSzPts val="1400"/>
              <a:buChar char="►"/>
              <a:defRPr/>
            </a:lvl1pPr>
            <a:lvl2pPr marL="914400" lvl="1" indent="-317500" algn="l" rtl="0">
              <a:lnSpc>
                <a:spcPct val="150000"/>
              </a:lnSpc>
              <a:spcBef>
                <a:spcPts val="900"/>
              </a:spcBef>
              <a:spcAft>
                <a:spcPts val="0"/>
              </a:spcAft>
              <a:buClr>
                <a:schemeClr val="dk1"/>
              </a:buClr>
              <a:buSzPts val="1400"/>
              <a:buChar char="►"/>
              <a:defRPr/>
            </a:lvl2pPr>
            <a:lvl3pPr marL="1371600" lvl="2" indent="-317500" algn="l" rtl="0">
              <a:lnSpc>
                <a:spcPct val="150000"/>
              </a:lnSpc>
              <a:spcBef>
                <a:spcPts val="900"/>
              </a:spcBef>
              <a:spcAft>
                <a:spcPts val="0"/>
              </a:spcAft>
              <a:buClr>
                <a:schemeClr val="dk1"/>
              </a:buClr>
              <a:buSzPts val="1400"/>
              <a:buChar char="►"/>
              <a:defRPr/>
            </a:lvl3pPr>
            <a:lvl4pPr marL="1828800" lvl="3" indent="-317500" algn="l" rtl="0">
              <a:lnSpc>
                <a:spcPct val="150000"/>
              </a:lnSpc>
              <a:spcBef>
                <a:spcPts val="900"/>
              </a:spcBef>
              <a:spcAft>
                <a:spcPts val="0"/>
              </a:spcAft>
              <a:buClr>
                <a:schemeClr val="dk1"/>
              </a:buClr>
              <a:buSzPts val="1400"/>
              <a:buChar char="►"/>
              <a:defRPr/>
            </a:lvl4pPr>
            <a:lvl5pPr marL="2286000" lvl="4" indent="-317500" algn="l" rtl="0">
              <a:lnSpc>
                <a:spcPct val="150000"/>
              </a:lnSpc>
              <a:spcBef>
                <a:spcPts val="900"/>
              </a:spcBef>
              <a:spcAft>
                <a:spcPts val="0"/>
              </a:spcAft>
              <a:buClr>
                <a:schemeClr val="dk1"/>
              </a:buClr>
              <a:buSzPts val="1400"/>
              <a:buChar char="►"/>
              <a:defRPr/>
            </a:lvl5pPr>
            <a:lvl6pPr marL="2743200" lvl="5" indent="-317500" algn="l" rtl="0">
              <a:lnSpc>
                <a:spcPct val="90000"/>
              </a:lnSpc>
              <a:spcBef>
                <a:spcPts val="400"/>
              </a:spcBef>
              <a:spcAft>
                <a:spcPts val="0"/>
              </a:spcAft>
              <a:buClr>
                <a:schemeClr val="dk1"/>
              </a:buClr>
              <a:buSzPts val="1400"/>
              <a:buChar char="►"/>
              <a:defRPr/>
            </a:lvl6pPr>
            <a:lvl7pPr marL="3200400" lvl="6" indent="-317500" algn="l" rtl="0">
              <a:lnSpc>
                <a:spcPct val="90000"/>
              </a:lnSpc>
              <a:spcBef>
                <a:spcPts val="400"/>
              </a:spcBef>
              <a:spcAft>
                <a:spcPts val="0"/>
              </a:spcAft>
              <a:buClr>
                <a:schemeClr val="dk1"/>
              </a:buClr>
              <a:buSzPts val="1400"/>
              <a:buChar char="►"/>
              <a:defRPr/>
            </a:lvl7pPr>
            <a:lvl8pPr marL="3657600" lvl="7" indent="-317500" algn="l" rtl="0">
              <a:lnSpc>
                <a:spcPct val="90000"/>
              </a:lnSpc>
              <a:spcBef>
                <a:spcPts val="400"/>
              </a:spcBef>
              <a:spcAft>
                <a:spcPts val="0"/>
              </a:spcAft>
              <a:buClr>
                <a:schemeClr val="dk1"/>
              </a:buClr>
              <a:buSzPts val="1400"/>
              <a:buChar char="►"/>
              <a:defRPr/>
            </a:lvl8pPr>
            <a:lvl9pPr marL="4114800" lvl="8" indent="-317500" algn="l" rtl="0">
              <a:lnSpc>
                <a:spcPct val="90000"/>
              </a:lnSpc>
              <a:spcBef>
                <a:spcPts val="400"/>
              </a:spcBef>
              <a:spcAft>
                <a:spcPts val="0"/>
              </a:spcAft>
              <a:buClr>
                <a:schemeClr val="dk1"/>
              </a:buClr>
              <a:buSzPts val="1400"/>
              <a:buChar char="►"/>
              <a:defRPr/>
            </a:lvl9pPr>
          </a:lstStyle>
          <a:p>
            <a:endParaRPr/>
          </a:p>
        </p:txBody>
      </p:sp>
      <p:sp>
        <p:nvSpPr>
          <p:cNvPr id="266" name="Google Shape;266;p21"/>
          <p:cNvSpPr txBox="1">
            <a:spLocks noGrp="1"/>
          </p:cNvSpPr>
          <p:nvPr>
            <p:ph type="body" idx="7"/>
          </p:nvPr>
        </p:nvSpPr>
        <p:spPr>
          <a:xfrm>
            <a:off x="4622292" y="1059180"/>
            <a:ext cx="1982100" cy="710100"/>
          </a:xfrm>
          <a:prstGeom prst="rect">
            <a:avLst/>
          </a:prstGeom>
          <a:noFill/>
          <a:ln>
            <a:noFill/>
          </a:ln>
        </p:spPr>
        <p:txBody>
          <a:bodyPr spcFirstLastPara="1" wrap="square" lIns="68575" tIns="34275" rIns="68575" bIns="34275" anchor="b" anchorCtr="0">
            <a:noAutofit/>
          </a:bodyPr>
          <a:lstStyle>
            <a:lvl1pPr marL="457200" lvl="0" indent="-228600" algn="l" rtl="0">
              <a:lnSpc>
                <a:spcPct val="100000"/>
              </a:lnSpc>
              <a:spcBef>
                <a:spcPts val="900"/>
              </a:spcBef>
              <a:spcAft>
                <a:spcPts val="0"/>
              </a:spcAft>
              <a:buClr>
                <a:schemeClr val="dk1"/>
              </a:buClr>
              <a:buSzPts val="1700"/>
              <a:buNone/>
              <a:defRPr sz="1700" b="1">
                <a:latin typeface="Libre Franklin Medium"/>
                <a:ea typeface="Libre Franklin Medium"/>
                <a:cs typeface="Libre Franklin Medium"/>
                <a:sym typeface="Libre Franklin Medium"/>
              </a:defRPr>
            </a:lvl1pPr>
            <a:lvl2pPr marL="914400" lvl="1" indent="-228600" algn="l" rtl="0">
              <a:lnSpc>
                <a:spcPct val="150000"/>
              </a:lnSpc>
              <a:spcBef>
                <a:spcPts val="900"/>
              </a:spcBef>
              <a:spcAft>
                <a:spcPts val="0"/>
              </a:spcAft>
              <a:buClr>
                <a:schemeClr val="dk1"/>
              </a:buClr>
              <a:buSzPts val="1500"/>
              <a:buNone/>
              <a:defRPr sz="1500" b="1"/>
            </a:lvl2pPr>
            <a:lvl3pPr marL="1371600" lvl="2" indent="-228600" algn="l" rtl="0">
              <a:lnSpc>
                <a:spcPct val="150000"/>
              </a:lnSpc>
              <a:spcBef>
                <a:spcPts val="900"/>
              </a:spcBef>
              <a:spcAft>
                <a:spcPts val="0"/>
              </a:spcAft>
              <a:buClr>
                <a:schemeClr val="dk1"/>
              </a:buClr>
              <a:buSzPts val="1400"/>
              <a:buNone/>
              <a:defRPr sz="1400" b="1"/>
            </a:lvl3pPr>
            <a:lvl4pPr marL="1828800" lvl="3" indent="-228600" algn="l" rtl="0">
              <a:lnSpc>
                <a:spcPct val="150000"/>
              </a:lnSpc>
              <a:spcBef>
                <a:spcPts val="900"/>
              </a:spcBef>
              <a:spcAft>
                <a:spcPts val="0"/>
              </a:spcAft>
              <a:buClr>
                <a:schemeClr val="dk1"/>
              </a:buClr>
              <a:buSzPts val="1200"/>
              <a:buNone/>
              <a:defRPr sz="1200" b="1"/>
            </a:lvl4pPr>
            <a:lvl5pPr marL="2286000" lvl="4" indent="-228600" algn="l" rtl="0">
              <a:lnSpc>
                <a:spcPct val="150000"/>
              </a:lnSpc>
              <a:spcBef>
                <a:spcPts val="900"/>
              </a:spcBef>
              <a:spcAft>
                <a:spcPts val="0"/>
              </a:spcAft>
              <a:buClr>
                <a:schemeClr val="dk1"/>
              </a:buClr>
              <a:buSzPts val="1200"/>
              <a:buNone/>
              <a:defRPr sz="1200" b="1"/>
            </a:lvl5pPr>
            <a:lvl6pPr marL="2743200" lvl="5" indent="-228600" algn="l" rtl="0">
              <a:lnSpc>
                <a:spcPct val="90000"/>
              </a:lnSpc>
              <a:spcBef>
                <a:spcPts val="400"/>
              </a:spcBef>
              <a:spcAft>
                <a:spcPts val="0"/>
              </a:spcAft>
              <a:buClr>
                <a:schemeClr val="dk1"/>
              </a:buClr>
              <a:buSzPts val="1200"/>
              <a:buNone/>
              <a:defRPr sz="1200" b="1"/>
            </a:lvl6pPr>
            <a:lvl7pPr marL="3200400" lvl="6" indent="-228600" algn="l" rtl="0">
              <a:lnSpc>
                <a:spcPct val="90000"/>
              </a:lnSpc>
              <a:spcBef>
                <a:spcPts val="400"/>
              </a:spcBef>
              <a:spcAft>
                <a:spcPts val="0"/>
              </a:spcAft>
              <a:buClr>
                <a:schemeClr val="dk1"/>
              </a:buClr>
              <a:buSzPts val="1200"/>
              <a:buNone/>
              <a:defRPr sz="1200" b="1"/>
            </a:lvl7pPr>
            <a:lvl8pPr marL="3657600" lvl="7" indent="-228600" algn="l" rtl="0">
              <a:lnSpc>
                <a:spcPct val="90000"/>
              </a:lnSpc>
              <a:spcBef>
                <a:spcPts val="400"/>
              </a:spcBef>
              <a:spcAft>
                <a:spcPts val="0"/>
              </a:spcAft>
              <a:buClr>
                <a:schemeClr val="dk1"/>
              </a:buClr>
              <a:buSzPts val="1200"/>
              <a:buNone/>
              <a:defRPr sz="1200" b="1"/>
            </a:lvl8pPr>
            <a:lvl9pPr marL="4114800" lvl="8" indent="-228600" algn="l" rtl="0">
              <a:lnSpc>
                <a:spcPct val="90000"/>
              </a:lnSpc>
              <a:spcBef>
                <a:spcPts val="400"/>
              </a:spcBef>
              <a:spcAft>
                <a:spcPts val="0"/>
              </a:spcAft>
              <a:buClr>
                <a:schemeClr val="dk1"/>
              </a:buClr>
              <a:buSzPts val="1200"/>
              <a:buNone/>
              <a:defRPr sz="1200" b="1"/>
            </a:lvl9pPr>
          </a:lstStyle>
          <a:p>
            <a:endParaRPr/>
          </a:p>
        </p:txBody>
      </p:sp>
      <p:sp>
        <p:nvSpPr>
          <p:cNvPr id="267" name="Google Shape;267;p21"/>
          <p:cNvSpPr txBox="1">
            <a:spLocks noGrp="1"/>
          </p:cNvSpPr>
          <p:nvPr>
            <p:ph type="body" idx="8"/>
          </p:nvPr>
        </p:nvSpPr>
        <p:spPr>
          <a:xfrm>
            <a:off x="6704838" y="1059180"/>
            <a:ext cx="1982100" cy="710100"/>
          </a:xfrm>
          <a:prstGeom prst="rect">
            <a:avLst/>
          </a:prstGeom>
          <a:noFill/>
          <a:ln>
            <a:noFill/>
          </a:ln>
        </p:spPr>
        <p:txBody>
          <a:bodyPr spcFirstLastPara="1" wrap="square" lIns="68575" tIns="34275" rIns="68575" bIns="34275" anchor="b" anchorCtr="0">
            <a:noAutofit/>
          </a:bodyPr>
          <a:lstStyle>
            <a:lvl1pPr marL="457200" lvl="0" indent="-228600" algn="l" rtl="0">
              <a:lnSpc>
                <a:spcPct val="100000"/>
              </a:lnSpc>
              <a:spcBef>
                <a:spcPts val="900"/>
              </a:spcBef>
              <a:spcAft>
                <a:spcPts val="0"/>
              </a:spcAft>
              <a:buClr>
                <a:schemeClr val="dk1"/>
              </a:buClr>
              <a:buSzPts val="1700"/>
              <a:buNone/>
              <a:defRPr sz="1700" b="1">
                <a:latin typeface="Libre Franklin Medium"/>
                <a:ea typeface="Libre Franklin Medium"/>
                <a:cs typeface="Libre Franklin Medium"/>
                <a:sym typeface="Libre Franklin Medium"/>
              </a:defRPr>
            </a:lvl1pPr>
            <a:lvl2pPr marL="914400" lvl="1" indent="-228600" algn="l" rtl="0">
              <a:lnSpc>
                <a:spcPct val="150000"/>
              </a:lnSpc>
              <a:spcBef>
                <a:spcPts val="900"/>
              </a:spcBef>
              <a:spcAft>
                <a:spcPts val="0"/>
              </a:spcAft>
              <a:buClr>
                <a:schemeClr val="dk1"/>
              </a:buClr>
              <a:buSzPts val="1500"/>
              <a:buNone/>
              <a:defRPr sz="1500" b="1"/>
            </a:lvl2pPr>
            <a:lvl3pPr marL="1371600" lvl="2" indent="-228600" algn="l" rtl="0">
              <a:lnSpc>
                <a:spcPct val="150000"/>
              </a:lnSpc>
              <a:spcBef>
                <a:spcPts val="900"/>
              </a:spcBef>
              <a:spcAft>
                <a:spcPts val="0"/>
              </a:spcAft>
              <a:buClr>
                <a:schemeClr val="dk1"/>
              </a:buClr>
              <a:buSzPts val="1400"/>
              <a:buNone/>
              <a:defRPr sz="1400" b="1"/>
            </a:lvl3pPr>
            <a:lvl4pPr marL="1828800" lvl="3" indent="-228600" algn="l" rtl="0">
              <a:lnSpc>
                <a:spcPct val="150000"/>
              </a:lnSpc>
              <a:spcBef>
                <a:spcPts val="900"/>
              </a:spcBef>
              <a:spcAft>
                <a:spcPts val="0"/>
              </a:spcAft>
              <a:buClr>
                <a:schemeClr val="dk1"/>
              </a:buClr>
              <a:buSzPts val="1200"/>
              <a:buNone/>
              <a:defRPr sz="1200" b="1"/>
            </a:lvl4pPr>
            <a:lvl5pPr marL="2286000" lvl="4" indent="-228600" algn="l" rtl="0">
              <a:lnSpc>
                <a:spcPct val="150000"/>
              </a:lnSpc>
              <a:spcBef>
                <a:spcPts val="900"/>
              </a:spcBef>
              <a:spcAft>
                <a:spcPts val="0"/>
              </a:spcAft>
              <a:buClr>
                <a:schemeClr val="dk1"/>
              </a:buClr>
              <a:buSzPts val="1200"/>
              <a:buNone/>
              <a:defRPr sz="1200" b="1"/>
            </a:lvl5pPr>
            <a:lvl6pPr marL="2743200" lvl="5" indent="-228600" algn="l" rtl="0">
              <a:lnSpc>
                <a:spcPct val="90000"/>
              </a:lnSpc>
              <a:spcBef>
                <a:spcPts val="400"/>
              </a:spcBef>
              <a:spcAft>
                <a:spcPts val="0"/>
              </a:spcAft>
              <a:buClr>
                <a:schemeClr val="dk1"/>
              </a:buClr>
              <a:buSzPts val="1200"/>
              <a:buNone/>
              <a:defRPr sz="1200" b="1"/>
            </a:lvl6pPr>
            <a:lvl7pPr marL="3200400" lvl="6" indent="-228600" algn="l" rtl="0">
              <a:lnSpc>
                <a:spcPct val="90000"/>
              </a:lnSpc>
              <a:spcBef>
                <a:spcPts val="400"/>
              </a:spcBef>
              <a:spcAft>
                <a:spcPts val="0"/>
              </a:spcAft>
              <a:buClr>
                <a:schemeClr val="dk1"/>
              </a:buClr>
              <a:buSzPts val="1200"/>
              <a:buNone/>
              <a:defRPr sz="1200" b="1"/>
            </a:lvl7pPr>
            <a:lvl8pPr marL="3657600" lvl="7" indent="-228600" algn="l" rtl="0">
              <a:lnSpc>
                <a:spcPct val="90000"/>
              </a:lnSpc>
              <a:spcBef>
                <a:spcPts val="400"/>
              </a:spcBef>
              <a:spcAft>
                <a:spcPts val="0"/>
              </a:spcAft>
              <a:buClr>
                <a:schemeClr val="dk1"/>
              </a:buClr>
              <a:buSzPts val="1200"/>
              <a:buNone/>
              <a:defRPr sz="1200" b="1"/>
            </a:lvl8pPr>
            <a:lvl9pPr marL="4114800" lvl="8" indent="-228600" algn="l" rtl="0">
              <a:lnSpc>
                <a:spcPct val="90000"/>
              </a:lnSpc>
              <a:spcBef>
                <a:spcPts val="400"/>
              </a:spcBef>
              <a:spcAft>
                <a:spcPts val="0"/>
              </a:spcAft>
              <a:buClr>
                <a:schemeClr val="dk1"/>
              </a:buClr>
              <a:buSzPts val="1200"/>
              <a:buNone/>
              <a:defRPr sz="1200" b="1"/>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0" y="0"/>
            <a:ext cx="9144009" cy="5143500"/>
            <a:chOff x="0" y="0"/>
            <a:chExt cx="12192011" cy="6858000"/>
          </a:xfrm>
        </p:grpSpPr>
        <p:sp>
          <p:nvSpPr>
            <p:cNvPr id="7" name="Google Shape;7;p1"/>
            <p:cNvSpPr/>
            <p:nvPr/>
          </p:nvSpPr>
          <p:spPr>
            <a:xfrm>
              <a:off x="0" y="0"/>
              <a:ext cx="12192000" cy="6858000"/>
            </a:xfrm>
            <a:prstGeom prst="rect">
              <a:avLst/>
            </a:prstGeom>
            <a:blipFill rotWithShape="1">
              <a:blip r:embed="rId22">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8" name="Google Shape;8;p1"/>
            <p:cNvSpPr/>
            <p:nvPr/>
          </p:nvSpPr>
          <p:spPr>
            <a:xfrm>
              <a:off x="0" y="2667000"/>
              <a:ext cx="4191000" cy="41910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 name="Google Shape;9;p1"/>
            <p:cNvSpPr/>
            <p:nvPr/>
          </p:nvSpPr>
          <p:spPr>
            <a:xfrm>
              <a:off x="0" y="2895600"/>
              <a:ext cx="2362200" cy="23622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0" name="Google Shape;10;p1"/>
            <p:cNvSpPr/>
            <p:nvPr/>
          </p:nvSpPr>
          <p:spPr>
            <a:xfrm>
              <a:off x="8609012" y="5867400"/>
              <a:ext cx="990600" cy="990600"/>
            </a:xfrm>
            <a:prstGeom prst="ellipse">
              <a:avLst/>
            </a:prstGeom>
            <a:gradFill>
              <a:gsLst>
                <a:gs pos="0">
                  <a:srgbClr val="9B6BF2">
                    <a:alpha val="13725"/>
                  </a:srgbClr>
                </a:gs>
                <a:gs pos="36000">
                  <a:srgbClr val="9B6BF2">
                    <a:alpha val="6666"/>
                  </a:srgbClr>
                </a:gs>
                <a:gs pos="66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1" name="Google Shape;11;p1"/>
            <p:cNvSpPr/>
            <p:nvPr/>
          </p:nvSpPr>
          <p:spPr>
            <a:xfrm>
              <a:off x="8609012" y="1676400"/>
              <a:ext cx="2819400" cy="2819400"/>
            </a:xfrm>
            <a:prstGeom prst="ellipse">
              <a:avLst/>
            </a:prstGeom>
            <a:gradFill>
              <a:gsLst>
                <a:gs pos="0">
                  <a:srgbClr val="9B6BF2">
                    <a:alpha val="6666"/>
                  </a:srgbClr>
                </a:gs>
                <a:gs pos="36000">
                  <a:srgbClr val="9B6BF2">
                    <a:alpha val="5882"/>
                  </a:srgbClr>
                </a:gs>
                <a:gs pos="69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2" name="Google Shape;12;p1"/>
            <p:cNvSpPr/>
            <p:nvPr/>
          </p:nvSpPr>
          <p:spPr>
            <a:xfrm>
              <a:off x="7999412" y="8464"/>
              <a:ext cx="1600200" cy="1600200"/>
            </a:xfrm>
            <a:prstGeom prst="ellipse">
              <a:avLst/>
            </a:prstGeom>
            <a:gradFill>
              <a:gsLst>
                <a:gs pos="0">
                  <a:srgbClr val="9B6BF2">
                    <a:alpha val="13725"/>
                  </a:srgbClr>
                </a:gs>
                <a:gs pos="36000">
                  <a:srgbClr val="9B6BF2">
                    <a:alpha val="6666"/>
                  </a:srgbClr>
                </a:gs>
                <a:gs pos="73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3" name="Google Shape;13;p1"/>
            <p:cNvSpPr/>
            <p:nvPr/>
          </p:nvSpPr>
          <p:spPr>
            <a:xfrm rot="-589939">
              <a:off x="8490949" y="1797513"/>
              <a:ext cx="3299413" cy="440920"/>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4" name="Google Shape;14;p1"/>
            <p:cNvSpPr/>
            <p:nvPr/>
          </p:nvSpPr>
          <p:spPr>
            <a:xfrm>
              <a:off x="459506" y="1866405"/>
              <a:ext cx="11277600" cy="4533900"/>
            </a:xfrm>
            <a:custGeom>
              <a:avLst/>
              <a:gdLst/>
              <a:ahLst/>
              <a:cxnLst/>
              <a:rect l="l" t="t" r="r" b="b"/>
              <a:pathLst>
                <a:path w="7104" h="2856" extrusionOk="0">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lt1"/>
            </a:solidFill>
            <a:ln>
              <a:noFill/>
            </a:ln>
          </p:spPr>
          <p:txBody>
            <a:bodyPr/>
            <a:lstStyle/>
            <a:p>
              <a:endParaRPr lang="en-US"/>
            </a:p>
          </p:txBody>
        </p:sp>
        <p:sp>
          <p:nvSpPr>
            <p:cNvPr id="15" name="Google Shape;15;p1"/>
            <p:cNvSpPr/>
            <p:nvPr/>
          </p:nvSpPr>
          <p:spPr>
            <a:xfrm>
              <a:off x="0" y="1587"/>
              <a:ext cx="12192011" cy="6856413"/>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txBody>
            <a:bodyPr/>
            <a:lstStyle/>
            <a:p>
              <a:endParaRPr lang="en-US"/>
            </a:p>
          </p:txBody>
        </p:sp>
      </p:grpSp>
      <p:sp>
        <p:nvSpPr>
          <p:cNvPr id="16" name="Google Shape;16;p1"/>
          <p:cNvSpPr txBox="1">
            <a:spLocks noGrp="1"/>
          </p:cNvSpPr>
          <p:nvPr>
            <p:ph type="title"/>
          </p:nvPr>
        </p:nvSpPr>
        <p:spPr>
          <a:xfrm>
            <a:off x="866216" y="730251"/>
            <a:ext cx="6571200" cy="530400"/>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Clr>
                <a:schemeClr val="lt2"/>
              </a:buClr>
              <a:buSzPts val="2700"/>
              <a:buFont typeface="Century Gothic"/>
              <a:buNone/>
              <a:defRPr sz="2700" b="0" i="0" u="none" strike="noStrike" cap="none">
                <a:solidFill>
                  <a:schemeClr val="lt2"/>
                </a:solidFill>
                <a:latin typeface="Century Gothic"/>
                <a:ea typeface="Century Gothic"/>
                <a:cs typeface="Century Gothic"/>
                <a:sym typeface="Century Gothic"/>
              </a:defRPr>
            </a:lvl1pPr>
            <a:lvl2pPr marR="0" lvl="1" algn="l" rtl="0">
              <a:spcBef>
                <a:spcPts val="0"/>
              </a:spcBef>
              <a:spcAft>
                <a:spcPts val="0"/>
              </a:spcAft>
              <a:buSzPts val="1100"/>
              <a:buNone/>
              <a:defRPr sz="1400" b="0" i="0" u="none" strike="noStrike" cap="none">
                <a:solidFill>
                  <a:schemeClr val="dk2"/>
                </a:solidFill>
              </a:defRPr>
            </a:lvl2pPr>
            <a:lvl3pPr marR="0" lvl="2" algn="l" rtl="0">
              <a:spcBef>
                <a:spcPts val="0"/>
              </a:spcBef>
              <a:spcAft>
                <a:spcPts val="0"/>
              </a:spcAft>
              <a:buSzPts val="1100"/>
              <a:buNone/>
              <a:defRPr sz="1400" b="0" i="0" u="none" strike="noStrike" cap="none">
                <a:solidFill>
                  <a:schemeClr val="dk2"/>
                </a:solidFill>
              </a:defRPr>
            </a:lvl3pPr>
            <a:lvl4pPr marR="0" lvl="3" algn="l" rtl="0">
              <a:spcBef>
                <a:spcPts val="0"/>
              </a:spcBef>
              <a:spcAft>
                <a:spcPts val="0"/>
              </a:spcAft>
              <a:buSzPts val="1100"/>
              <a:buNone/>
              <a:defRPr sz="1400" b="0" i="0" u="none" strike="noStrike" cap="none">
                <a:solidFill>
                  <a:schemeClr val="dk2"/>
                </a:solidFill>
              </a:defRPr>
            </a:lvl4pPr>
            <a:lvl5pPr marR="0" lvl="4" algn="l" rtl="0">
              <a:spcBef>
                <a:spcPts val="0"/>
              </a:spcBef>
              <a:spcAft>
                <a:spcPts val="0"/>
              </a:spcAft>
              <a:buSzPts val="1100"/>
              <a:buNone/>
              <a:defRPr sz="1400" b="0" i="0" u="none" strike="noStrike" cap="none">
                <a:solidFill>
                  <a:schemeClr val="dk2"/>
                </a:solidFill>
              </a:defRPr>
            </a:lvl5pPr>
            <a:lvl6pPr marR="0" lvl="5" algn="l" rtl="0">
              <a:spcBef>
                <a:spcPts val="0"/>
              </a:spcBef>
              <a:spcAft>
                <a:spcPts val="0"/>
              </a:spcAft>
              <a:buSzPts val="1100"/>
              <a:buNone/>
              <a:defRPr sz="1400" b="0" i="0" u="none" strike="noStrike" cap="none">
                <a:solidFill>
                  <a:schemeClr val="dk2"/>
                </a:solidFill>
              </a:defRPr>
            </a:lvl6pPr>
            <a:lvl7pPr marR="0" lvl="6" algn="l" rtl="0">
              <a:spcBef>
                <a:spcPts val="0"/>
              </a:spcBef>
              <a:spcAft>
                <a:spcPts val="0"/>
              </a:spcAft>
              <a:buSzPts val="1100"/>
              <a:buNone/>
              <a:defRPr sz="1400" b="0" i="0" u="none" strike="noStrike" cap="none">
                <a:solidFill>
                  <a:schemeClr val="dk2"/>
                </a:solidFill>
              </a:defRPr>
            </a:lvl7pPr>
            <a:lvl8pPr marR="0" lvl="7" algn="l" rtl="0">
              <a:spcBef>
                <a:spcPts val="0"/>
              </a:spcBef>
              <a:spcAft>
                <a:spcPts val="0"/>
              </a:spcAft>
              <a:buSzPts val="1100"/>
              <a:buNone/>
              <a:defRPr sz="1400" b="0" i="0" u="none" strike="noStrike" cap="none">
                <a:solidFill>
                  <a:schemeClr val="dk2"/>
                </a:solidFill>
              </a:defRPr>
            </a:lvl8pPr>
            <a:lvl9pPr marR="0" lvl="8" algn="l" rtl="0">
              <a:spcBef>
                <a:spcPts val="0"/>
              </a:spcBef>
              <a:spcAft>
                <a:spcPts val="0"/>
              </a:spcAft>
              <a:buSzPts val="1100"/>
              <a:buNone/>
              <a:defRPr sz="1400" b="0" i="0" u="none" strike="noStrike" cap="none">
                <a:solidFill>
                  <a:schemeClr val="dk2"/>
                </a:solidFill>
              </a:defRPr>
            </a:lvl9pPr>
          </a:lstStyle>
          <a:p>
            <a:endParaRPr/>
          </a:p>
        </p:txBody>
      </p:sp>
      <p:sp>
        <p:nvSpPr>
          <p:cNvPr id="17" name="Google Shape;17;p1"/>
          <p:cNvSpPr txBox="1">
            <a:spLocks noGrp="1"/>
          </p:cNvSpPr>
          <p:nvPr>
            <p:ph type="body" idx="1"/>
          </p:nvPr>
        </p:nvSpPr>
        <p:spPr>
          <a:xfrm>
            <a:off x="866216" y="1952625"/>
            <a:ext cx="6571200" cy="2562300"/>
          </a:xfrm>
          <a:prstGeom prst="rect">
            <a:avLst/>
          </a:prstGeom>
          <a:noFill/>
          <a:ln>
            <a:noFill/>
          </a:ln>
        </p:spPr>
        <p:txBody>
          <a:bodyPr spcFirstLastPara="1" wrap="square" lIns="68575" tIns="34275" rIns="68575" bIns="34275" anchor="t" anchorCtr="0">
            <a:normAutofit/>
          </a:bodyPr>
          <a:lstStyle>
            <a:lvl1pPr marL="457200" marR="0" lvl="0" indent="-298450" algn="l" rtl="0">
              <a:spcBef>
                <a:spcPts val="800"/>
              </a:spcBef>
              <a:spcAft>
                <a:spcPts val="0"/>
              </a:spcAft>
              <a:buClr>
                <a:schemeClr val="accent1"/>
              </a:buClr>
              <a:buSzPts val="1100"/>
              <a:buFont typeface="Noto Sans Symbols"/>
              <a:buChar char="►"/>
              <a:defRPr sz="1400" b="0" i="0" u="none" strike="noStrike" cap="none">
                <a:solidFill>
                  <a:srgbClr val="3F3F3F"/>
                </a:solidFill>
                <a:latin typeface="Century Gothic"/>
                <a:ea typeface="Century Gothic"/>
                <a:cs typeface="Century Gothic"/>
                <a:sym typeface="Century Gothic"/>
              </a:defRPr>
            </a:lvl1pPr>
            <a:lvl2pPr marL="914400" marR="0" lvl="1" indent="-292100" algn="l" rtl="0">
              <a:spcBef>
                <a:spcPts val="800"/>
              </a:spcBef>
              <a:spcAft>
                <a:spcPts val="0"/>
              </a:spcAft>
              <a:buClr>
                <a:schemeClr val="accent1"/>
              </a:buClr>
              <a:buSzPts val="1000"/>
              <a:buFont typeface="Noto Sans Symbols"/>
              <a:buChar char="►"/>
              <a:defRPr sz="1200" b="0" i="0" u="none" strike="noStrike" cap="none">
                <a:solidFill>
                  <a:srgbClr val="3F3F3F"/>
                </a:solidFill>
                <a:latin typeface="Century Gothic"/>
                <a:ea typeface="Century Gothic"/>
                <a:cs typeface="Century Gothic"/>
                <a:sym typeface="Century Gothic"/>
              </a:defRPr>
            </a:lvl2pPr>
            <a:lvl3pPr marL="1371600" marR="0" lvl="2" indent="-279400" algn="l" rtl="0">
              <a:spcBef>
                <a:spcPts val="800"/>
              </a:spcBef>
              <a:spcAft>
                <a:spcPts val="0"/>
              </a:spcAft>
              <a:buClr>
                <a:schemeClr val="accent1"/>
              </a:buClr>
              <a:buSzPts val="800"/>
              <a:buFont typeface="Noto Sans Symbols"/>
              <a:buChar char="►"/>
              <a:defRPr sz="1100" b="0" i="0" u="none" strike="noStrike" cap="none">
                <a:solidFill>
                  <a:srgbClr val="3F3F3F"/>
                </a:solidFill>
                <a:latin typeface="Century Gothic"/>
                <a:ea typeface="Century Gothic"/>
                <a:cs typeface="Century Gothic"/>
                <a:sym typeface="Century Gothic"/>
              </a:defRPr>
            </a:lvl3pPr>
            <a:lvl4pPr marL="1828800" marR="0" lvl="3" indent="-273050" algn="l" rtl="0">
              <a:spcBef>
                <a:spcPts val="800"/>
              </a:spcBef>
              <a:spcAft>
                <a:spcPts val="0"/>
              </a:spcAft>
              <a:buClr>
                <a:schemeClr val="accent1"/>
              </a:buClr>
              <a:buSzPts val="700"/>
              <a:buFont typeface="Noto Sans Symbols"/>
              <a:buChar char="►"/>
              <a:defRPr sz="900" b="0" i="0" u="none" strike="noStrike" cap="none">
                <a:solidFill>
                  <a:srgbClr val="3F3F3F"/>
                </a:solidFill>
                <a:latin typeface="Century Gothic"/>
                <a:ea typeface="Century Gothic"/>
                <a:cs typeface="Century Gothic"/>
                <a:sym typeface="Century Gothic"/>
              </a:defRPr>
            </a:lvl4pPr>
            <a:lvl5pPr marL="2286000" marR="0" lvl="4" indent="-273050" algn="l" rtl="0">
              <a:spcBef>
                <a:spcPts val="800"/>
              </a:spcBef>
              <a:spcAft>
                <a:spcPts val="0"/>
              </a:spcAft>
              <a:buClr>
                <a:schemeClr val="accent1"/>
              </a:buClr>
              <a:buSzPts val="700"/>
              <a:buFont typeface="Noto Sans Symbols"/>
              <a:buChar char="►"/>
              <a:defRPr sz="900" b="0" i="0" u="none" strike="noStrike" cap="none">
                <a:solidFill>
                  <a:srgbClr val="3F3F3F"/>
                </a:solidFill>
                <a:latin typeface="Century Gothic"/>
                <a:ea typeface="Century Gothic"/>
                <a:cs typeface="Century Gothic"/>
                <a:sym typeface="Century Gothic"/>
              </a:defRPr>
            </a:lvl5pPr>
            <a:lvl6pPr marL="2743200" marR="0" lvl="5" indent="-273050" algn="l" rtl="0">
              <a:spcBef>
                <a:spcPts val="800"/>
              </a:spcBef>
              <a:spcAft>
                <a:spcPts val="0"/>
              </a:spcAft>
              <a:buClr>
                <a:schemeClr val="accent1"/>
              </a:buClr>
              <a:buSzPts val="700"/>
              <a:buFont typeface="Noto Sans Symbols"/>
              <a:buChar char="►"/>
              <a:defRPr sz="900" b="0" i="0" u="none" strike="noStrike" cap="none">
                <a:solidFill>
                  <a:srgbClr val="3F3F3F"/>
                </a:solidFill>
                <a:latin typeface="Century Gothic"/>
                <a:ea typeface="Century Gothic"/>
                <a:cs typeface="Century Gothic"/>
                <a:sym typeface="Century Gothic"/>
              </a:defRPr>
            </a:lvl6pPr>
            <a:lvl7pPr marL="3200400" marR="0" lvl="6" indent="-273050" algn="l" rtl="0">
              <a:spcBef>
                <a:spcPts val="800"/>
              </a:spcBef>
              <a:spcAft>
                <a:spcPts val="0"/>
              </a:spcAft>
              <a:buClr>
                <a:schemeClr val="accent1"/>
              </a:buClr>
              <a:buSzPts val="700"/>
              <a:buFont typeface="Noto Sans Symbols"/>
              <a:buChar char="►"/>
              <a:defRPr sz="900" b="0" i="0" u="none" strike="noStrike" cap="none">
                <a:solidFill>
                  <a:srgbClr val="3F3F3F"/>
                </a:solidFill>
                <a:latin typeface="Century Gothic"/>
                <a:ea typeface="Century Gothic"/>
                <a:cs typeface="Century Gothic"/>
                <a:sym typeface="Century Gothic"/>
              </a:defRPr>
            </a:lvl7pPr>
            <a:lvl8pPr marL="3657600" marR="0" lvl="7" indent="-273050" algn="l" rtl="0">
              <a:spcBef>
                <a:spcPts val="800"/>
              </a:spcBef>
              <a:spcAft>
                <a:spcPts val="0"/>
              </a:spcAft>
              <a:buClr>
                <a:schemeClr val="accent1"/>
              </a:buClr>
              <a:buSzPts val="700"/>
              <a:buFont typeface="Noto Sans Symbols"/>
              <a:buChar char="►"/>
              <a:defRPr sz="900" b="0" i="0" u="none" strike="noStrike" cap="none">
                <a:solidFill>
                  <a:srgbClr val="3F3F3F"/>
                </a:solidFill>
                <a:latin typeface="Century Gothic"/>
                <a:ea typeface="Century Gothic"/>
                <a:cs typeface="Century Gothic"/>
                <a:sym typeface="Century Gothic"/>
              </a:defRPr>
            </a:lvl8pPr>
            <a:lvl9pPr marL="4114800" marR="0" lvl="8" indent="-273050" algn="l" rtl="0">
              <a:spcBef>
                <a:spcPts val="800"/>
              </a:spcBef>
              <a:spcAft>
                <a:spcPts val="0"/>
              </a:spcAft>
              <a:buClr>
                <a:schemeClr val="accent1"/>
              </a:buClr>
              <a:buSzPts val="700"/>
              <a:buFont typeface="Noto Sans Symbols"/>
              <a:buChar char="►"/>
              <a:defRPr sz="900" b="0" i="0" u="none" strike="noStrike" cap="none">
                <a:solidFill>
                  <a:srgbClr val="3F3F3F"/>
                </a:solidFill>
                <a:latin typeface="Century Gothic"/>
                <a:ea typeface="Century Gothic"/>
                <a:cs typeface="Century Gothic"/>
                <a:sym typeface="Century Gothic"/>
              </a:defRPr>
            </a:lvl9pPr>
          </a:lstStyle>
          <a:p>
            <a:endParaRPr/>
          </a:p>
        </p:txBody>
      </p:sp>
      <p:sp>
        <p:nvSpPr>
          <p:cNvPr id="18" name="Google Shape;18;p1"/>
          <p:cNvSpPr txBox="1">
            <a:spLocks noGrp="1"/>
          </p:cNvSpPr>
          <p:nvPr>
            <p:ph type="dt" idx="10"/>
          </p:nvPr>
        </p:nvSpPr>
        <p:spPr>
          <a:xfrm>
            <a:off x="7989828" y="4793878"/>
            <a:ext cx="743100" cy="228600"/>
          </a:xfrm>
          <a:prstGeom prst="rect">
            <a:avLst/>
          </a:prstGeom>
          <a:noFill/>
          <a:ln>
            <a:noFill/>
          </a:ln>
        </p:spPr>
        <p:txBody>
          <a:bodyPr spcFirstLastPara="1" wrap="square" lIns="68575" tIns="34275" rIns="68575" bIns="34275" anchor="ctr" anchorCtr="0">
            <a:noAutofit/>
          </a:bodyPr>
          <a:lstStyle>
            <a:lvl1pPr marR="0" lvl="0" algn="r" rtl="0">
              <a:spcBef>
                <a:spcPts val="0"/>
              </a:spcBef>
              <a:spcAft>
                <a:spcPts val="0"/>
              </a:spcAft>
              <a:buSzPts val="1100"/>
              <a:buNone/>
              <a:defRPr sz="800" b="1" i="0" u="none" strike="noStrike" cap="none">
                <a:solidFill>
                  <a:schemeClr val="accent1"/>
                </a:solidFill>
                <a:latin typeface="Century Gothic"/>
                <a:ea typeface="Century Gothic"/>
                <a:cs typeface="Century Gothic"/>
                <a:sym typeface="Century Gothic"/>
              </a:defRPr>
            </a:lvl1pPr>
            <a:lvl2pPr marR="0" lvl="1"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2pPr>
            <a:lvl3pPr marR="0" lvl="2"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3pPr>
            <a:lvl4pPr marR="0" lvl="3"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4pPr>
            <a:lvl5pPr marR="0" lvl="4"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5pPr>
            <a:lvl6pPr marR="0" lvl="5"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6pPr>
            <a:lvl7pPr marR="0" lvl="6"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7pPr>
            <a:lvl8pPr marR="0" lvl="7"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8pPr>
            <a:lvl9pPr marR="0" lvl="8"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9pPr>
          </a:lstStyle>
          <a:p>
            <a:endParaRPr/>
          </a:p>
        </p:txBody>
      </p:sp>
      <p:sp>
        <p:nvSpPr>
          <p:cNvPr id="19" name="Google Shape;19;p1"/>
          <p:cNvSpPr txBox="1">
            <a:spLocks noGrp="1"/>
          </p:cNvSpPr>
          <p:nvPr>
            <p:ph type="ftr" idx="11"/>
          </p:nvPr>
        </p:nvSpPr>
        <p:spPr>
          <a:xfrm>
            <a:off x="420833" y="4793878"/>
            <a:ext cx="2895000" cy="228600"/>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800" b="1" i="0" u="none" strike="noStrike" cap="none">
                <a:solidFill>
                  <a:schemeClr val="accent1"/>
                </a:solidFill>
                <a:latin typeface="Century Gothic"/>
                <a:ea typeface="Century Gothic"/>
                <a:cs typeface="Century Gothic"/>
                <a:sym typeface="Century Gothic"/>
              </a:defRPr>
            </a:lvl1pPr>
            <a:lvl2pPr marR="0" lvl="1"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2pPr>
            <a:lvl3pPr marR="0" lvl="2"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3pPr>
            <a:lvl4pPr marR="0" lvl="3"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4pPr>
            <a:lvl5pPr marR="0" lvl="4"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5pPr>
            <a:lvl6pPr marR="0" lvl="5"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6pPr>
            <a:lvl7pPr marR="0" lvl="6"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7pPr>
            <a:lvl8pPr marR="0" lvl="7"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8pPr>
            <a:lvl9pPr marR="0" lvl="8" algn="l" rtl="0">
              <a:spcBef>
                <a:spcPts val="0"/>
              </a:spcBef>
              <a:spcAft>
                <a:spcPts val="0"/>
              </a:spcAft>
              <a:buSzPts val="1100"/>
              <a:buNone/>
              <a:defRPr sz="1400" b="0" i="0" u="none" strike="noStrike" cap="none">
                <a:solidFill>
                  <a:schemeClr val="dk1"/>
                </a:solidFill>
                <a:latin typeface="Century Gothic"/>
                <a:ea typeface="Century Gothic"/>
                <a:cs typeface="Century Gothic"/>
                <a:sym typeface="Century Gothic"/>
              </a:defRPr>
            </a:lvl9pPr>
          </a:lstStyle>
          <a:p>
            <a:endParaRPr/>
          </a:p>
        </p:txBody>
      </p:sp>
      <p:sp>
        <p:nvSpPr>
          <p:cNvPr id="20" name="Google Shape;20;p1"/>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1" name="Google Shape;21;p1"/>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Autofit/>
          </a:bodyPr>
          <a:lstStyle>
            <a:lvl1pPr marL="0" marR="0" lvl="0" indent="0" algn="ctr" rtl="0">
              <a:spcBef>
                <a:spcPts val="0"/>
              </a:spcBef>
              <a:buNone/>
              <a:defRPr sz="2100" b="0" i="0" u="none" strike="noStrike" cap="none">
                <a:solidFill>
                  <a:schemeClr val="lt1"/>
                </a:solidFill>
                <a:latin typeface="Century Gothic"/>
                <a:ea typeface="Century Gothic"/>
                <a:cs typeface="Century Gothic"/>
                <a:sym typeface="Century Gothic"/>
              </a:defRPr>
            </a:lvl1pPr>
            <a:lvl2pPr marL="0" marR="0" lvl="1" indent="0" algn="ctr" rtl="0">
              <a:spcBef>
                <a:spcPts val="0"/>
              </a:spcBef>
              <a:buNone/>
              <a:defRPr sz="2100" b="0" i="0" u="none" strike="noStrike" cap="none">
                <a:solidFill>
                  <a:schemeClr val="lt1"/>
                </a:solidFill>
                <a:latin typeface="Century Gothic"/>
                <a:ea typeface="Century Gothic"/>
                <a:cs typeface="Century Gothic"/>
                <a:sym typeface="Century Gothic"/>
              </a:defRPr>
            </a:lvl2pPr>
            <a:lvl3pPr marL="0" marR="0" lvl="2" indent="0" algn="ctr" rtl="0">
              <a:spcBef>
                <a:spcPts val="0"/>
              </a:spcBef>
              <a:buNone/>
              <a:defRPr sz="2100" b="0" i="0" u="none" strike="noStrike" cap="none">
                <a:solidFill>
                  <a:schemeClr val="lt1"/>
                </a:solidFill>
                <a:latin typeface="Century Gothic"/>
                <a:ea typeface="Century Gothic"/>
                <a:cs typeface="Century Gothic"/>
                <a:sym typeface="Century Gothic"/>
              </a:defRPr>
            </a:lvl3pPr>
            <a:lvl4pPr marL="0" marR="0" lvl="3" indent="0" algn="ctr" rtl="0">
              <a:spcBef>
                <a:spcPts val="0"/>
              </a:spcBef>
              <a:buNone/>
              <a:defRPr sz="2100" b="0" i="0" u="none" strike="noStrike" cap="none">
                <a:solidFill>
                  <a:schemeClr val="lt1"/>
                </a:solidFill>
                <a:latin typeface="Century Gothic"/>
                <a:ea typeface="Century Gothic"/>
                <a:cs typeface="Century Gothic"/>
                <a:sym typeface="Century Gothic"/>
              </a:defRPr>
            </a:lvl4pPr>
            <a:lvl5pPr marL="0" marR="0" lvl="4" indent="0" algn="ctr" rtl="0">
              <a:spcBef>
                <a:spcPts val="0"/>
              </a:spcBef>
              <a:buNone/>
              <a:defRPr sz="2100" b="0" i="0" u="none" strike="noStrike" cap="none">
                <a:solidFill>
                  <a:schemeClr val="lt1"/>
                </a:solidFill>
                <a:latin typeface="Century Gothic"/>
                <a:ea typeface="Century Gothic"/>
                <a:cs typeface="Century Gothic"/>
                <a:sym typeface="Century Gothic"/>
              </a:defRPr>
            </a:lvl5pPr>
            <a:lvl6pPr marL="0" marR="0" lvl="5" indent="0" algn="ctr" rtl="0">
              <a:spcBef>
                <a:spcPts val="0"/>
              </a:spcBef>
              <a:buNone/>
              <a:defRPr sz="2100" b="0" i="0" u="none" strike="noStrike" cap="none">
                <a:solidFill>
                  <a:schemeClr val="lt1"/>
                </a:solidFill>
                <a:latin typeface="Century Gothic"/>
                <a:ea typeface="Century Gothic"/>
                <a:cs typeface="Century Gothic"/>
                <a:sym typeface="Century Gothic"/>
              </a:defRPr>
            </a:lvl6pPr>
            <a:lvl7pPr marL="0" marR="0" lvl="6" indent="0" algn="ctr" rtl="0">
              <a:spcBef>
                <a:spcPts val="0"/>
              </a:spcBef>
              <a:buNone/>
              <a:defRPr sz="2100" b="0" i="0" u="none" strike="noStrike" cap="none">
                <a:solidFill>
                  <a:schemeClr val="lt1"/>
                </a:solidFill>
                <a:latin typeface="Century Gothic"/>
                <a:ea typeface="Century Gothic"/>
                <a:cs typeface="Century Gothic"/>
                <a:sym typeface="Century Gothic"/>
              </a:defRPr>
            </a:lvl7pPr>
            <a:lvl8pPr marL="0" marR="0" lvl="7" indent="0" algn="ctr" rtl="0">
              <a:spcBef>
                <a:spcPts val="0"/>
              </a:spcBef>
              <a:buNone/>
              <a:defRPr sz="2100" b="0" i="0" u="none" strike="noStrike" cap="none">
                <a:solidFill>
                  <a:schemeClr val="lt1"/>
                </a:solidFill>
                <a:latin typeface="Century Gothic"/>
                <a:ea typeface="Century Gothic"/>
                <a:cs typeface="Century Gothic"/>
                <a:sym typeface="Century Gothic"/>
              </a:defRPr>
            </a:lvl8pPr>
            <a:lvl9pPr marL="0" marR="0" lvl="8" indent="0" algn="ctr" rtl="0">
              <a:spcBef>
                <a:spcPts val="0"/>
              </a:spcBef>
              <a:buNone/>
              <a:defRPr sz="2100" b="0" i="0" u="none" strike="noStrike" cap="none">
                <a:solidFill>
                  <a:schemeClr val="lt1"/>
                </a:solidFill>
                <a:latin typeface="Century Gothic"/>
                <a:ea typeface="Century Gothic"/>
                <a:cs typeface="Century Gothic"/>
                <a:sym typeface="Century Gothic"/>
              </a:defRPr>
            </a:lvl9pPr>
          </a:lstStyle>
          <a:p>
            <a:pPr marL="0" lvl="0" indent="0" algn="ct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8.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0.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4.xml"/><Relationship Id="rId5" Type="http://schemas.openxmlformats.org/officeDocument/2006/relationships/image" Target="../media/image23.jpeg"/><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2.png"/><Relationship Id="rId2" Type="http://schemas.openxmlformats.org/officeDocument/2006/relationships/notesSlide" Target="../notesSlides/notesSlide24.xml"/><Relationship Id="rId1" Type="http://schemas.openxmlformats.org/officeDocument/2006/relationships/slideLayout" Target="../slideLayouts/slideLayout8.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71"/>
        <p:cNvGrpSpPr/>
        <p:nvPr/>
      </p:nvGrpSpPr>
      <p:grpSpPr>
        <a:xfrm>
          <a:off x="0" y="0"/>
          <a:ext cx="0" cy="0"/>
          <a:chOff x="0" y="0"/>
          <a:chExt cx="0" cy="0"/>
        </a:xfrm>
      </p:grpSpPr>
      <p:sp>
        <p:nvSpPr>
          <p:cNvPr id="272" name="Google Shape;272;p22"/>
          <p:cNvSpPr/>
          <p:nvPr/>
        </p:nvSpPr>
        <p:spPr>
          <a:xfrm>
            <a:off x="0" y="0"/>
            <a:ext cx="9144000" cy="5143500"/>
          </a:xfrm>
          <a:prstGeom prst="rect">
            <a:avLst/>
          </a:prstGeom>
          <a:solidFill>
            <a:srgbClr val="000000"/>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chemeClr val="lt1"/>
              </a:solidFill>
              <a:latin typeface="Century Gothic"/>
              <a:ea typeface="Century Gothic"/>
              <a:cs typeface="Century Gothic"/>
              <a:sym typeface="Century Gothic"/>
            </a:endParaRPr>
          </a:p>
        </p:txBody>
      </p:sp>
      <p:sp>
        <p:nvSpPr>
          <p:cNvPr id="273" name="Google Shape;273;p22"/>
          <p:cNvSpPr/>
          <p:nvPr/>
        </p:nvSpPr>
        <p:spPr>
          <a:xfrm>
            <a:off x="0" y="596"/>
            <a:ext cx="9143999" cy="5142309"/>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txBody>
          <a:bodyPr/>
          <a:lstStyle/>
          <a:p>
            <a:endParaRPr lang="en-US"/>
          </a:p>
        </p:txBody>
      </p:sp>
      <p:pic>
        <p:nvPicPr>
          <p:cNvPr id="274" name="Google Shape;274;p22" descr="A planet with a ring around it&#10;&#10;Description automatically generated with low confidence"/>
          <p:cNvPicPr preferRelativeResize="0"/>
          <p:nvPr/>
        </p:nvPicPr>
        <p:blipFill rotWithShape="1">
          <a:blip r:embed="rId3">
            <a:alphaModFix amt="35000"/>
          </a:blip>
          <a:srcRect t="11527" b="9732"/>
          <a:stretch/>
        </p:blipFill>
        <p:spPr>
          <a:xfrm>
            <a:off x="355600" y="355600"/>
            <a:ext cx="8432804" cy="4432302"/>
          </a:xfrm>
          <a:prstGeom prst="rect">
            <a:avLst/>
          </a:prstGeom>
          <a:noFill/>
          <a:ln>
            <a:noFill/>
          </a:ln>
        </p:spPr>
      </p:pic>
      <p:sp>
        <p:nvSpPr>
          <p:cNvPr id="275" name="Google Shape;275;p22"/>
          <p:cNvSpPr txBox="1">
            <a:spLocks noGrp="1"/>
          </p:cNvSpPr>
          <p:nvPr>
            <p:ph type="ctrTitle"/>
          </p:nvPr>
        </p:nvSpPr>
        <p:spPr>
          <a:xfrm>
            <a:off x="866216" y="1574800"/>
            <a:ext cx="6619200" cy="2008200"/>
          </a:xfrm>
          <a:prstGeom prst="rect">
            <a:avLst/>
          </a:prstGeom>
          <a:noFill/>
          <a:ln>
            <a:noFill/>
          </a:ln>
        </p:spPr>
        <p:txBody>
          <a:bodyPr spcFirstLastPara="1" wrap="square" lIns="68575" tIns="34275" rIns="68575" bIns="34275" anchor="b" anchorCtr="0">
            <a:normAutofit/>
          </a:bodyPr>
          <a:lstStyle/>
          <a:p>
            <a:pPr marL="0" lvl="0" indent="0" algn="l" rtl="0">
              <a:spcBef>
                <a:spcPts val="0"/>
              </a:spcBef>
              <a:spcAft>
                <a:spcPts val="0"/>
              </a:spcAft>
              <a:buClr>
                <a:srgbClr val="FFFFFF"/>
              </a:buClr>
              <a:buSzPts val="4100"/>
              <a:buFont typeface="Century Gothic"/>
              <a:buNone/>
            </a:pPr>
            <a:r>
              <a:rPr lang="en">
                <a:solidFill>
                  <a:srgbClr val="FFFFFF"/>
                </a:solidFill>
              </a:rPr>
              <a:t>Data Profession Basics and Data Science</a:t>
            </a:r>
            <a:endParaRPr/>
          </a:p>
        </p:txBody>
      </p:sp>
      <p:sp>
        <p:nvSpPr>
          <p:cNvPr id="276" name="Google Shape;276;p22"/>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title"/>
          </p:nvPr>
        </p:nvSpPr>
        <p:spPr>
          <a:xfrm>
            <a:off x="866216" y="1778000"/>
            <a:ext cx="6619200" cy="1366800"/>
          </a:xfrm>
          <a:prstGeom prst="rect">
            <a:avLst/>
          </a:prstGeom>
        </p:spPr>
        <p:txBody>
          <a:bodyPr spcFirstLastPara="1" wrap="square" lIns="68575" tIns="34275" rIns="68575" bIns="34275" anchor="b" anchorCtr="0">
            <a:noAutofit/>
          </a:bodyPr>
          <a:lstStyle/>
          <a:p>
            <a:pPr marL="0" lvl="0" indent="0" algn="l" rtl="0">
              <a:spcBef>
                <a:spcPts val="0"/>
              </a:spcBef>
              <a:spcAft>
                <a:spcPts val="0"/>
              </a:spcAft>
              <a:buNone/>
            </a:pPr>
            <a:r>
              <a:rPr lang="en"/>
              <a:t>What is the Data Profession?</a:t>
            </a:r>
            <a:endParaRPr/>
          </a:p>
        </p:txBody>
      </p:sp>
      <p:sp>
        <p:nvSpPr>
          <p:cNvPr id="282" name="Google Shape;282;p23"/>
          <p:cNvSpPr txBox="1">
            <a:spLocks noGrp="1"/>
          </p:cNvSpPr>
          <p:nvPr>
            <p:ph type="body" idx="1"/>
          </p:nvPr>
        </p:nvSpPr>
        <p:spPr>
          <a:xfrm>
            <a:off x="866216" y="3768725"/>
            <a:ext cx="6619200" cy="645300"/>
          </a:xfrm>
          <a:prstGeom prst="rect">
            <a:avLst/>
          </a:prstGeom>
        </p:spPr>
        <p:txBody>
          <a:bodyPr spcFirstLastPara="1" wrap="square" lIns="68575" tIns="34275" rIns="68575" bIns="34275" anchor="t" anchorCtr="0">
            <a:normAutofit/>
          </a:bodyPr>
          <a:lstStyle/>
          <a:p>
            <a:pPr marL="0" lvl="0" indent="0" algn="l" rtl="0">
              <a:spcBef>
                <a:spcPts val="80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24" descr="title"/>
          <p:cNvSpPr txBox="1">
            <a:spLocks noGrp="1"/>
          </p:cNvSpPr>
          <p:nvPr>
            <p:ph type="title"/>
          </p:nvPr>
        </p:nvSpPr>
        <p:spPr>
          <a:xfrm>
            <a:off x="457200" y="445025"/>
            <a:ext cx="82296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SzPts val="990"/>
              <a:buNone/>
            </a:pPr>
            <a:r>
              <a:rPr lang="en" sz="2520"/>
              <a:t>Data Profession</a:t>
            </a:r>
            <a:endParaRPr sz="2520"/>
          </a:p>
        </p:txBody>
      </p:sp>
      <p:sp>
        <p:nvSpPr>
          <p:cNvPr id="288" name="Google Shape;288;p24" descr="detail_0"/>
          <p:cNvSpPr txBox="1"/>
          <p:nvPr/>
        </p:nvSpPr>
        <p:spPr>
          <a:xfrm>
            <a:off x="1374150" y="2688875"/>
            <a:ext cx="6395700" cy="2004300"/>
          </a:xfrm>
          <a:prstGeom prst="rect">
            <a:avLst/>
          </a:prstGeom>
          <a:noFill/>
          <a:ln>
            <a:noFill/>
          </a:ln>
        </p:spPr>
        <p:txBody>
          <a:bodyPr spcFirstLastPara="1" wrap="square" lIns="91425" tIns="91425" rIns="91425" bIns="91425" anchor="t" anchorCtr="0">
            <a:noAutofit/>
          </a:bodyPr>
          <a:lstStyle/>
          <a:p>
            <a:pPr marL="12700" lvl="0" indent="0" algn="ctr" rtl="0">
              <a:lnSpc>
                <a:spcPct val="150000"/>
              </a:lnSpc>
              <a:spcBef>
                <a:spcPts val="1200"/>
              </a:spcBef>
              <a:spcAft>
                <a:spcPts val="0"/>
              </a:spcAft>
              <a:buNone/>
            </a:pPr>
            <a:r>
              <a:rPr lang="en" sz="1700">
                <a:solidFill>
                  <a:schemeClr val="dk1"/>
                </a:solidFill>
                <a:latin typeface="Hanken Grotesk"/>
                <a:ea typeface="Hanken Grotesk"/>
                <a:cs typeface="Hanken Grotesk"/>
                <a:sym typeface="Hanken Grotesk"/>
              </a:rPr>
              <a:t>A field in which practitioners collect, store, manage, and interpret data as their primary or relevant part of their activity.</a:t>
            </a:r>
            <a:endParaRPr sz="1700">
              <a:solidFill>
                <a:schemeClr val="dk1"/>
              </a:solidFill>
              <a:latin typeface="Hanken Grotesk"/>
              <a:ea typeface="Hanken Grotesk"/>
              <a:cs typeface="Hanken Grotesk"/>
              <a:sym typeface="Hanken Grotesk"/>
            </a:endParaRPr>
          </a:p>
        </p:txBody>
      </p:sp>
      <p:sp>
        <p:nvSpPr>
          <p:cNvPr id="289" name="Google Shape;289;p24"/>
          <p:cNvSpPr/>
          <p:nvPr/>
        </p:nvSpPr>
        <p:spPr>
          <a:xfrm>
            <a:off x="4343400" y="1170900"/>
            <a:ext cx="457200" cy="54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25" descr="title"/>
          <p:cNvSpPr txBox="1">
            <a:spLocks noGrp="1"/>
          </p:cNvSpPr>
          <p:nvPr>
            <p:ph type="title"/>
          </p:nvPr>
        </p:nvSpPr>
        <p:spPr>
          <a:xfrm>
            <a:off x="457200" y="445025"/>
            <a:ext cx="8229600" cy="5727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SzPts val="990"/>
              <a:buNone/>
            </a:pPr>
            <a:r>
              <a:rPr lang="en" sz="2520" b="0">
                <a:latin typeface="Century Gothic"/>
                <a:ea typeface="Century Gothic"/>
                <a:cs typeface="Century Gothic"/>
                <a:sym typeface="Century Gothic"/>
              </a:rPr>
              <a:t>Data Profession Fields</a:t>
            </a:r>
            <a:endParaRPr sz="2520" b="0">
              <a:latin typeface="Century Gothic"/>
              <a:ea typeface="Century Gothic"/>
              <a:cs typeface="Century Gothic"/>
              <a:sym typeface="Century Gothic"/>
            </a:endParaRPr>
          </a:p>
        </p:txBody>
      </p:sp>
      <p:pic>
        <p:nvPicPr>
          <p:cNvPr id="299" name="Google Shape;299;p25"/>
          <p:cNvPicPr preferRelativeResize="0"/>
          <p:nvPr/>
        </p:nvPicPr>
        <p:blipFill rotWithShape="1">
          <a:blip r:embed="rId3">
            <a:alphaModFix/>
          </a:blip>
          <a:srcRect t="4808" b="4799"/>
          <a:stretch/>
        </p:blipFill>
        <p:spPr>
          <a:xfrm>
            <a:off x="6338675" y="1745675"/>
            <a:ext cx="2348118" cy="2048201"/>
          </a:xfrm>
          <a:prstGeom prst="rect">
            <a:avLst/>
          </a:prstGeom>
          <a:noFill/>
          <a:ln>
            <a:noFill/>
          </a:ln>
        </p:spPr>
      </p:pic>
      <p:sp>
        <p:nvSpPr>
          <p:cNvPr id="300" name="Google Shape;300;p25" descr="detail_0"/>
          <p:cNvSpPr txBox="1">
            <a:spLocks noGrp="1"/>
          </p:cNvSpPr>
          <p:nvPr>
            <p:ph type="subTitle" idx="4"/>
          </p:nvPr>
        </p:nvSpPr>
        <p:spPr>
          <a:xfrm>
            <a:off x="6313375" y="4239150"/>
            <a:ext cx="2348100" cy="1334400"/>
          </a:xfrm>
          <a:prstGeom prst="rect">
            <a:avLst/>
          </a:prstGeom>
        </p:spPr>
        <p:txBody>
          <a:bodyPr spcFirstLastPara="1" wrap="square" lIns="68575" tIns="34275" rIns="68575" bIns="34275" anchor="t" anchorCtr="0">
            <a:noAutofit/>
          </a:bodyPr>
          <a:lstStyle/>
          <a:p>
            <a:pPr marL="0" lvl="0" indent="0" algn="l" rtl="0">
              <a:lnSpc>
                <a:spcPct val="150000"/>
              </a:lnSpc>
              <a:spcBef>
                <a:spcPts val="800"/>
              </a:spcBef>
              <a:spcAft>
                <a:spcPts val="1000"/>
              </a:spcAft>
              <a:buNone/>
            </a:pPr>
            <a:r>
              <a:rPr lang="en" sz="1000" dirty="0">
                <a:latin typeface="Hanken Grotesk"/>
                <a:ea typeface="Hanken Grotesk"/>
                <a:cs typeface="Hanken Grotesk"/>
                <a:sym typeface="Hanken Grotesk"/>
              </a:rPr>
              <a:t>Utilize algorithms, predictive models, and machine learning to analyze complex data.</a:t>
            </a:r>
            <a:endParaRPr sz="1000" dirty="0">
              <a:latin typeface="Hanken Grotesk"/>
              <a:ea typeface="Hanken Grotesk"/>
              <a:cs typeface="Hanken Grotesk"/>
              <a:sym typeface="Hanken Grotesk"/>
            </a:endParaRPr>
          </a:p>
        </p:txBody>
      </p:sp>
      <p:sp>
        <p:nvSpPr>
          <p:cNvPr id="301" name="Google Shape;301;p25" descr="header_0"/>
          <p:cNvSpPr txBox="1">
            <a:spLocks noGrp="1"/>
          </p:cNvSpPr>
          <p:nvPr>
            <p:ph type="body" idx="2"/>
          </p:nvPr>
        </p:nvSpPr>
        <p:spPr>
          <a:xfrm>
            <a:off x="6313375" y="3836025"/>
            <a:ext cx="2348100" cy="449700"/>
          </a:xfrm>
          <a:prstGeom prst="rect">
            <a:avLst/>
          </a:prstGeom>
        </p:spPr>
        <p:txBody>
          <a:bodyPr spcFirstLastPara="1" wrap="square" lIns="68575" tIns="34275" rIns="68575" bIns="34275" anchor="ctr" anchorCtr="0">
            <a:noAutofit/>
          </a:bodyPr>
          <a:lstStyle/>
          <a:p>
            <a:pPr marL="0" lvl="0" indent="0" algn="l" rtl="0">
              <a:lnSpc>
                <a:spcPct val="100000"/>
              </a:lnSpc>
              <a:spcBef>
                <a:spcPts val="800"/>
              </a:spcBef>
              <a:spcAft>
                <a:spcPts val="1000"/>
              </a:spcAft>
              <a:buNone/>
            </a:pPr>
            <a:r>
              <a:rPr lang="en" sz="1200" dirty="0">
                <a:solidFill>
                  <a:schemeClr val="accent1"/>
                </a:solidFill>
                <a:latin typeface="Hanken Grotesk SemiBold"/>
                <a:ea typeface="Hanken Grotesk SemiBold"/>
                <a:cs typeface="Hanken Grotesk SemiBold"/>
                <a:sym typeface="Hanken Grotesk SemiBold"/>
              </a:rPr>
              <a:t>Data Scientist</a:t>
            </a:r>
            <a:endParaRPr sz="1200" dirty="0">
              <a:solidFill>
                <a:schemeClr val="accent1"/>
              </a:solidFill>
            </a:endParaRPr>
          </a:p>
        </p:txBody>
      </p:sp>
      <p:pic>
        <p:nvPicPr>
          <p:cNvPr id="302" name="Google Shape;302;p25"/>
          <p:cNvPicPr preferRelativeResize="0"/>
          <p:nvPr/>
        </p:nvPicPr>
        <p:blipFill rotWithShape="1">
          <a:blip r:embed="rId4">
            <a:alphaModFix/>
          </a:blip>
          <a:srcRect t="4001" b="4001"/>
          <a:stretch/>
        </p:blipFill>
        <p:spPr>
          <a:xfrm>
            <a:off x="457192" y="1745675"/>
            <a:ext cx="2348120" cy="2048199"/>
          </a:xfrm>
          <a:prstGeom prst="rect">
            <a:avLst/>
          </a:prstGeom>
          <a:noFill/>
          <a:ln>
            <a:noFill/>
          </a:ln>
        </p:spPr>
      </p:pic>
      <p:pic>
        <p:nvPicPr>
          <p:cNvPr id="303" name="Google Shape;303;p25"/>
          <p:cNvPicPr preferRelativeResize="0"/>
          <p:nvPr/>
        </p:nvPicPr>
        <p:blipFill rotWithShape="1">
          <a:blip r:embed="rId5">
            <a:alphaModFix/>
          </a:blip>
          <a:srcRect l="13115" r="13115" b="26932"/>
          <a:stretch/>
        </p:blipFill>
        <p:spPr>
          <a:xfrm>
            <a:off x="3385300" y="1745675"/>
            <a:ext cx="2348100" cy="2090400"/>
          </a:xfrm>
          <a:prstGeom prst="rect">
            <a:avLst/>
          </a:prstGeom>
          <a:noFill/>
          <a:ln>
            <a:noFill/>
          </a:ln>
        </p:spPr>
      </p:pic>
      <p:sp>
        <p:nvSpPr>
          <p:cNvPr id="2" name="AutoShape 2" descr="Image of ">
            <a:extLst>
              <a:ext uri="{FF2B5EF4-FFF2-40B4-BE49-F238E27FC236}">
                <a16:creationId xmlns:a16="http://schemas.microsoft.com/office/drawing/2014/main" id="{1D0E5319-2041-109F-EA75-643A2BF90F55}"/>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Google Shape;300;p25" descr="detail_0">
            <a:extLst>
              <a:ext uri="{FF2B5EF4-FFF2-40B4-BE49-F238E27FC236}">
                <a16:creationId xmlns:a16="http://schemas.microsoft.com/office/drawing/2014/main" id="{E35EBA4F-3B4F-2BAE-48AF-E8E541756B10}"/>
              </a:ext>
            </a:extLst>
          </p:cNvPr>
          <p:cNvSpPr txBox="1">
            <a:spLocks/>
          </p:cNvSpPr>
          <p:nvPr/>
        </p:nvSpPr>
        <p:spPr>
          <a:xfrm>
            <a:off x="3397950" y="4239150"/>
            <a:ext cx="2348100" cy="1334400"/>
          </a:xfrm>
          <a:prstGeom prst="rect">
            <a:avLst/>
          </a:prstGeom>
          <a:noFill/>
          <a:ln>
            <a:noFill/>
          </a:ln>
        </p:spPr>
        <p:txBody>
          <a:bodyPr spcFirstLastPara="1" wrap="square" lIns="68575" tIns="34275" rIns="68575" bIns="34275" anchor="t" anchorCtr="0">
            <a:noAutofit/>
          </a:bodyPr>
          <a:lstStyle>
            <a:defPPr marR="0" lvl="0" algn="l" rtl="0">
              <a:lnSpc>
                <a:spcPct val="100000"/>
              </a:lnSpc>
              <a:spcBef>
                <a:spcPts val="0"/>
              </a:spcBef>
              <a:spcAft>
                <a:spcPts val="0"/>
              </a:spcAft>
            </a:defPPr>
            <a:lvl1pPr marL="457200" marR="0" lvl="0" indent="-2984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1pPr>
            <a:lvl2pPr marL="914400" marR="0" lvl="1" indent="-29210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2pPr>
            <a:lvl3pPr marL="1371600" marR="0" lvl="2" indent="-27940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3pPr>
            <a:lvl4pPr marL="1828800" marR="0" lvl="3"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4pPr>
            <a:lvl5pPr marL="2286000" marR="0" lvl="4"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5pPr>
            <a:lvl6pPr marL="2743200" marR="0" lvl="5"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6pPr>
            <a:lvl7pPr marL="3200400" marR="0" lvl="6"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7pPr>
            <a:lvl8pPr marL="3657600" marR="0" lvl="7"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8pPr>
            <a:lvl9pPr marL="4114800" marR="0" lvl="8"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9pPr>
          </a:lstStyle>
          <a:p>
            <a:pPr marL="0" indent="0">
              <a:lnSpc>
                <a:spcPct val="150000"/>
              </a:lnSpc>
              <a:spcAft>
                <a:spcPts val="1000"/>
              </a:spcAft>
            </a:pPr>
            <a:r>
              <a:rPr lang="en-US" sz="1000" dirty="0">
                <a:latin typeface="Hanken Grotesk"/>
                <a:ea typeface="Hanken Grotesk"/>
                <a:cs typeface="Hanken Grotesk"/>
                <a:sym typeface="Hanken Grotesk"/>
              </a:rPr>
              <a:t>Builds and maintains the infrastructure for data generation and storage.</a:t>
            </a:r>
          </a:p>
        </p:txBody>
      </p:sp>
      <p:sp>
        <p:nvSpPr>
          <p:cNvPr id="4" name="Google Shape;301;p25" descr="header_0">
            <a:extLst>
              <a:ext uri="{FF2B5EF4-FFF2-40B4-BE49-F238E27FC236}">
                <a16:creationId xmlns:a16="http://schemas.microsoft.com/office/drawing/2014/main" id="{67AE7134-DDDB-67BB-BCAB-97D738F177AA}"/>
              </a:ext>
            </a:extLst>
          </p:cNvPr>
          <p:cNvSpPr txBox="1">
            <a:spLocks/>
          </p:cNvSpPr>
          <p:nvPr/>
        </p:nvSpPr>
        <p:spPr>
          <a:xfrm>
            <a:off x="3397950" y="3836025"/>
            <a:ext cx="2348100" cy="449700"/>
          </a:xfrm>
          <a:prstGeom prst="rect">
            <a:avLst/>
          </a:prstGeom>
          <a:noFill/>
          <a:ln>
            <a:noFill/>
          </a:ln>
        </p:spPr>
        <p:txBody>
          <a:bodyPr spcFirstLastPara="1" wrap="square" lIns="68575" tIns="34275" rIns="68575" bIns="3427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800"/>
              </a:spcBef>
              <a:spcAft>
                <a:spcPts val="0"/>
              </a:spcAft>
              <a:buClr>
                <a:schemeClr val="accent1"/>
              </a:buClr>
              <a:buSzPts val="1400"/>
              <a:buFont typeface="Noto Sans Symbols"/>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1000"/>
              </a:spcBef>
              <a:spcAft>
                <a:spcPts val="0"/>
              </a:spcAft>
              <a:buClr>
                <a:schemeClr val="accent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2pPr>
            <a:lvl3pPr marL="1371600" marR="0" lvl="2"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3pPr>
            <a:lvl4pPr marL="1828800" marR="0" lvl="3"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4pPr>
            <a:lvl5pPr marL="2286000" marR="0" lvl="4"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5pPr>
            <a:lvl6pPr marL="2743200" marR="0" lvl="5"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6pPr>
            <a:lvl7pPr marL="3200400" marR="0" lvl="6"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7pPr>
            <a:lvl8pPr marL="3657600" marR="0" lvl="7"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8pPr>
            <a:lvl9pPr marL="4114800" marR="0" lvl="8" indent="-304800" algn="l" rtl="0">
              <a:lnSpc>
                <a:spcPct val="100000"/>
              </a:lnSpc>
              <a:spcBef>
                <a:spcPts val="1000"/>
              </a:spcBef>
              <a:spcAft>
                <a:spcPts val="100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9pPr>
          </a:lstStyle>
          <a:p>
            <a:pPr marL="0" indent="0">
              <a:spcAft>
                <a:spcPts val="1000"/>
              </a:spcAft>
              <a:buFont typeface="Noto Sans Symbols"/>
              <a:buNone/>
            </a:pPr>
            <a:r>
              <a:rPr lang="en-US" sz="1200" dirty="0">
                <a:solidFill>
                  <a:schemeClr val="accent1"/>
                </a:solidFill>
                <a:latin typeface="Hanken Grotesk SemiBold"/>
                <a:ea typeface="Hanken Grotesk SemiBold"/>
                <a:cs typeface="Hanken Grotesk SemiBold"/>
                <a:sym typeface="Hanken Grotesk SemiBold"/>
              </a:rPr>
              <a:t>Data Engineer</a:t>
            </a:r>
            <a:endParaRPr lang="en-US" sz="1200" dirty="0">
              <a:solidFill>
                <a:schemeClr val="accent1"/>
              </a:solidFill>
            </a:endParaRPr>
          </a:p>
        </p:txBody>
      </p:sp>
      <p:sp>
        <p:nvSpPr>
          <p:cNvPr id="11" name="Google Shape;300;p25" descr="detail_0">
            <a:extLst>
              <a:ext uri="{FF2B5EF4-FFF2-40B4-BE49-F238E27FC236}">
                <a16:creationId xmlns:a16="http://schemas.microsoft.com/office/drawing/2014/main" id="{C85E63DF-5103-E93D-096F-C4BF2B1D7FC9}"/>
              </a:ext>
            </a:extLst>
          </p:cNvPr>
          <p:cNvSpPr txBox="1">
            <a:spLocks/>
          </p:cNvSpPr>
          <p:nvPr/>
        </p:nvSpPr>
        <p:spPr>
          <a:xfrm>
            <a:off x="431925" y="4196999"/>
            <a:ext cx="2348100" cy="1334400"/>
          </a:xfrm>
          <a:prstGeom prst="rect">
            <a:avLst/>
          </a:prstGeom>
          <a:noFill/>
          <a:ln>
            <a:noFill/>
          </a:ln>
        </p:spPr>
        <p:txBody>
          <a:bodyPr spcFirstLastPara="1" wrap="square" lIns="68575" tIns="34275" rIns="68575" bIns="34275" anchor="t" anchorCtr="0">
            <a:noAutofit/>
          </a:bodyPr>
          <a:lstStyle>
            <a:defPPr marR="0" lvl="0" algn="l" rtl="0">
              <a:lnSpc>
                <a:spcPct val="100000"/>
              </a:lnSpc>
              <a:spcBef>
                <a:spcPts val="0"/>
              </a:spcBef>
              <a:spcAft>
                <a:spcPts val="0"/>
              </a:spcAft>
            </a:defPPr>
            <a:lvl1pPr marL="457200" marR="0" lvl="0" indent="-2984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1pPr>
            <a:lvl2pPr marL="914400" marR="0" lvl="1" indent="-29210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2pPr>
            <a:lvl3pPr marL="1371600" marR="0" lvl="2" indent="-27940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3pPr>
            <a:lvl4pPr marL="1828800" marR="0" lvl="3"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4pPr>
            <a:lvl5pPr marL="2286000" marR="0" lvl="4"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5pPr>
            <a:lvl6pPr marL="2743200" marR="0" lvl="5"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6pPr>
            <a:lvl7pPr marL="3200400" marR="0" lvl="6"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7pPr>
            <a:lvl8pPr marL="3657600" marR="0" lvl="7"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8pPr>
            <a:lvl9pPr marL="4114800" marR="0" lvl="8" indent="-273050" algn="l" rtl="0">
              <a:lnSpc>
                <a:spcPct val="100000"/>
              </a:lnSpc>
              <a:spcBef>
                <a:spcPts val="800"/>
              </a:spcBef>
              <a:spcAft>
                <a:spcPts val="0"/>
              </a:spcAft>
              <a:buClr>
                <a:schemeClr val="dk1"/>
              </a:buClr>
              <a:buSzPts val="1600"/>
              <a:buFont typeface="Hanken Grotesk SemiBold"/>
              <a:buNone/>
              <a:defRPr sz="1600" b="0" i="0" u="none" strike="noStrike" cap="none">
                <a:solidFill>
                  <a:schemeClr val="dk1"/>
                </a:solidFill>
                <a:latin typeface="Hanken Grotesk SemiBold"/>
                <a:ea typeface="Hanken Grotesk SemiBold"/>
                <a:cs typeface="Hanken Grotesk SemiBold"/>
                <a:sym typeface="Hanken Grotesk SemiBold"/>
              </a:defRPr>
            </a:lvl9pPr>
          </a:lstStyle>
          <a:p>
            <a:pPr marL="0" indent="0">
              <a:lnSpc>
                <a:spcPct val="150000"/>
              </a:lnSpc>
              <a:spcAft>
                <a:spcPts val="1000"/>
              </a:spcAft>
            </a:pPr>
            <a:r>
              <a:rPr lang="en-US" sz="1000" dirty="0">
                <a:latin typeface="Hanken Grotesk"/>
                <a:ea typeface="Hanken Grotesk"/>
                <a:cs typeface="Hanken Grotesk"/>
                <a:sym typeface="Hanken Grotesk"/>
              </a:rPr>
              <a:t>Transform data into actionable insights using dashboards and reporting tools.</a:t>
            </a:r>
          </a:p>
        </p:txBody>
      </p:sp>
      <p:sp>
        <p:nvSpPr>
          <p:cNvPr id="12" name="Google Shape;301;p25" descr="header_0">
            <a:extLst>
              <a:ext uri="{FF2B5EF4-FFF2-40B4-BE49-F238E27FC236}">
                <a16:creationId xmlns:a16="http://schemas.microsoft.com/office/drawing/2014/main" id="{416A01E1-9E52-F7DB-BB7D-0C76CABC362D}"/>
              </a:ext>
            </a:extLst>
          </p:cNvPr>
          <p:cNvSpPr txBox="1">
            <a:spLocks/>
          </p:cNvSpPr>
          <p:nvPr/>
        </p:nvSpPr>
        <p:spPr>
          <a:xfrm>
            <a:off x="431925" y="3793874"/>
            <a:ext cx="2348100" cy="449700"/>
          </a:xfrm>
          <a:prstGeom prst="rect">
            <a:avLst/>
          </a:prstGeom>
          <a:noFill/>
          <a:ln>
            <a:noFill/>
          </a:ln>
        </p:spPr>
        <p:txBody>
          <a:bodyPr spcFirstLastPara="1" wrap="square" lIns="68575" tIns="34275" rIns="68575" bIns="3427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800"/>
              </a:spcBef>
              <a:spcAft>
                <a:spcPts val="0"/>
              </a:spcAft>
              <a:buClr>
                <a:schemeClr val="accent1"/>
              </a:buClr>
              <a:buSzPts val="1400"/>
              <a:buFont typeface="Noto Sans Symbols"/>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1000"/>
              </a:spcBef>
              <a:spcAft>
                <a:spcPts val="0"/>
              </a:spcAft>
              <a:buClr>
                <a:schemeClr val="accent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2pPr>
            <a:lvl3pPr marL="1371600" marR="0" lvl="2"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3pPr>
            <a:lvl4pPr marL="1828800" marR="0" lvl="3"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4pPr>
            <a:lvl5pPr marL="2286000" marR="0" lvl="4"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5pPr>
            <a:lvl6pPr marL="2743200" marR="0" lvl="5"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6pPr>
            <a:lvl7pPr marL="3200400" marR="0" lvl="6"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7pPr>
            <a:lvl8pPr marL="3657600" marR="0" lvl="7" indent="-304800" algn="l" rtl="0">
              <a:lnSpc>
                <a:spcPct val="100000"/>
              </a:lnSpc>
              <a:spcBef>
                <a:spcPts val="1000"/>
              </a:spcBef>
              <a:spcAft>
                <a:spcPts val="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8pPr>
            <a:lvl9pPr marL="4114800" marR="0" lvl="8" indent="-304800" algn="l" rtl="0">
              <a:lnSpc>
                <a:spcPct val="100000"/>
              </a:lnSpc>
              <a:spcBef>
                <a:spcPts val="1000"/>
              </a:spcBef>
              <a:spcAft>
                <a:spcPts val="1000"/>
              </a:spcAft>
              <a:buClr>
                <a:schemeClr val="dk1"/>
              </a:buClr>
              <a:buSzPts val="1200"/>
              <a:buFont typeface="Noto Sans Symbols"/>
              <a:buChar char="•"/>
              <a:defRPr sz="1200" b="0" i="0" u="none" strike="noStrike" cap="none">
                <a:solidFill>
                  <a:schemeClr val="dk1"/>
                </a:solidFill>
                <a:latin typeface="Century Gothic"/>
                <a:ea typeface="Century Gothic"/>
                <a:cs typeface="Century Gothic"/>
                <a:sym typeface="Century Gothic"/>
              </a:defRPr>
            </a:lvl9pPr>
          </a:lstStyle>
          <a:p>
            <a:pPr marL="0" indent="0">
              <a:spcAft>
                <a:spcPts val="1000"/>
              </a:spcAft>
              <a:buFont typeface="Noto Sans Symbols"/>
              <a:buNone/>
            </a:pPr>
            <a:r>
              <a:rPr lang="en-US" sz="1200" dirty="0">
                <a:solidFill>
                  <a:schemeClr val="accent1"/>
                </a:solidFill>
                <a:latin typeface="Hanken Grotesk SemiBold"/>
                <a:ea typeface="Hanken Grotesk SemiBold"/>
                <a:cs typeface="Hanken Grotesk SemiBold"/>
                <a:sym typeface="Hanken Grotesk SemiBold"/>
              </a:rPr>
              <a:t>Data Analyst</a:t>
            </a:r>
            <a:endParaRPr lang="en-US" sz="1200" dirty="0">
              <a:solidFill>
                <a:schemeClr val="accen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07"/>
        <p:cNvGrpSpPr/>
        <p:nvPr/>
      </p:nvGrpSpPr>
      <p:grpSpPr>
        <a:xfrm>
          <a:off x="0" y="0"/>
          <a:ext cx="0" cy="0"/>
          <a:chOff x="0" y="0"/>
          <a:chExt cx="0" cy="0"/>
        </a:xfrm>
      </p:grpSpPr>
      <p:sp>
        <p:nvSpPr>
          <p:cNvPr id="308" name="Google Shape;308;p26"/>
          <p:cNvSpPr/>
          <p:nvPr/>
        </p:nvSpPr>
        <p:spPr>
          <a:xfrm>
            <a:off x="0" y="0"/>
            <a:ext cx="9144000" cy="51435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chemeClr val="lt1"/>
              </a:solidFill>
              <a:latin typeface="Century Gothic"/>
              <a:ea typeface="Century Gothic"/>
              <a:cs typeface="Century Gothic"/>
              <a:sym typeface="Century Gothic"/>
            </a:endParaRPr>
          </a:p>
        </p:txBody>
      </p:sp>
      <p:sp>
        <p:nvSpPr>
          <p:cNvPr id="309" name="Google Shape;309;p26"/>
          <p:cNvSpPr/>
          <p:nvPr/>
        </p:nvSpPr>
        <p:spPr>
          <a:xfrm>
            <a:off x="0" y="0"/>
            <a:ext cx="9144000" cy="5143500"/>
          </a:xfrm>
          <a:prstGeom prst="rect">
            <a:avLst/>
          </a:prstGeom>
          <a:blipFill rotWithShape="1">
            <a:blip r:embed="rId3">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0" name="Google Shape;310;p26"/>
          <p:cNvSpPr/>
          <p:nvPr/>
        </p:nvSpPr>
        <p:spPr>
          <a:xfrm rot="-5677489">
            <a:off x="2355371" y="1369557"/>
            <a:ext cx="2474557" cy="330693"/>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1" name="Google Shape;311;p26"/>
          <p:cNvSpPr/>
          <p:nvPr/>
        </p:nvSpPr>
        <p:spPr>
          <a:xfrm rot="-5400000">
            <a:off x="3878973" y="-105649"/>
            <a:ext cx="4540253" cy="5354799"/>
          </a:xfrm>
          <a:custGeom>
            <a:avLst/>
            <a:gdLst/>
            <a:ahLst/>
            <a:cxnLst/>
            <a:rect l="l" t="t" r="r" b="b"/>
            <a:pathLst>
              <a:path w="6053670" h="7139732" extrusionOk="0">
                <a:moveTo>
                  <a:pt x="6053670" y="1098"/>
                </a:moveTo>
                <a:lnTo>
                  <a:pt x="6053670" y="1084479"/>
                </a:lnTo>
                <a:lnTo>
                  <a:pt x="6053670" y="1254558"/>
                </a:lnTo>
                <a:lnTo>
                  <a:pt x="6053670" y="7139732"/>
                </a:lnTo>
                <a:lnTo>
                  <a:pt x="0" y="7139732"/>
                </a:lnTo>
                <a:lnTo>
                  <a:pt x="0" y="1249853"/>
                </a:lnTo>
                <a:lnTo>
                  <a:pt x="0" y="1084479"/>
                </a:lnTo>
                <a:lnTo>
                  <a:pt x="0" y="0"/>
                </a:lnTo>
                <a:lnTo>
                  <a:pt x="35717" y="5488"/>
                </a:lnTo>
                <a:lnTo>
                  <a:pt x="140445" y="21641"/>
                </a:lnTo>
                <a:lnTo>
                  <a:pt x="216722" y="32932"/>
                </a:lnTo>
                <a:lnTo>
                  <a:pt x="307527" y="44850"/>
                </a:lnTo>
                <a:lnTo>
                  <a:pt x="415282" y="59121"/>
                </a:lnTo>
                <a:lnTo>
                  <a:pt x="534539" y="74175"/>
                </a:lnTo>
                <a:lnTo>
                  <a:pt x="668931" y="90014"/>
                </a:lnTo>
                <a:lnTo>
                  <a:pt x="815430" y="106794"/>
                </a:lnTo>
                <a:lnTo>
                  <a:pt x="974641" y="123574"/>
                </a:lnTo>
                <a:lnTo>
                  <a:pt x="1144144" y="140667"/>
                </a:lnTo>
                <a:lnTo>
                  <a:pt x="1326965" y="156506"/>
                </a:lnTo>
                <a:lnTo>
                  <a:pt x="1518261" y="171717"/>
                </a:lnTo>
                <a:lnTo>
                  <a:pt x="1720453" y="185518"/>
                </a:lnTo>
                <a:lnTo>
                  <a:pt x="1931121" y="198690"/>
                </a:lnTo>
                <a:lnTo>
                  <a:pt x="2150869" y="211079"/>
                </a:lnTo>
                <a:lnTo>
                  <a:pt x="2263467" y="215470"/>
                </a:lnTo>
                <a:lnTo>
                  <a:pt x="2378487" y="220332"/>
                </a:lnTo>
                <a:lnTo>
                  <a:pt x="2495323" y="224879"/>
                </a:lnTo>
                <a:lnTo>
                  <a:pt x="2612764" y="227859"/>
                </a:lnTo>
                <a:lnTo>
                  <a:pt x="2732627" y="230525"/>
                </a:lnTo>
                <a:lnTo>
                  <a:pt x="2853700" y="233348"/>
                </a:lnTo>
                <a:lnTo>
                  <a:pt x="2977195" y="235229"/>
                </a:lnTo>
                <a:lnTo>
                  <a:pt x="3101901" y="235229"/>
                </a:lnTo>
                <a:lnTo>
                  <a:pt x="3227817" y="236170"/>
                </a:lnTo>
                <a:lnTo>
                  <a:pt x="3354944" y="235229"/>
                </a:lnTo>
                <a:lnTo>
                  <a:pt x="3483887" y="233348"/>
                </a:lnTo>
                <a:lnTo>
                  <a:pt x="3612830" y="231623"/>
                </a:lnTo>
                <a:lnTo>
                  <a:pt x="3743590" y="227859"/>
                </a:lnTo>
                <a:lnTo>
                  <a:pt x="3875560" y="223938"/>
                </a:lnTo>
                <a:lnTo>
                  <a:pt x="4007530" y="219391"/>
                </a:lnTo>
                <a:lnTo>
                  <a:pt x="4140710" y="212961"/>
                </a:lnTo>
                <a:lnTo>
                  <a:pt x="4275102" y="205277"/>
                </a:lnTo>
                <a:lnTo>
                  <a:pt x="4410098" y="197907"/>
                </a:lnTo>
                <a:lnTo>
                  <a:pt x="4545096" y="188498"/>
                </a:lnTo>
                <a:lnTo>
                  <a:pt x="4681909" y="177207"/>
                </a:lnTo>
                <a:lnTo>
                  <a:pt x="4816905" y="165916"/>
                </a:lnTo>
                <a:lnTo>
                  <a:pt x="4954323" y="152899"/>
                </a:lnTo>
                <a:lnTo>
                  <a:pt x="5092347" y="138629"/>
                </a:lnTo>
                <a:lnTo>
                  <a:pt x="5228555" y="123574"/>
                </a:lnTo>
                <a:lnTo>
                  <a:pt x="5366578" y="106010"/>
                </a:lnTo>
                <a:lnTo>
                  <a:pt x="5503997" y="87192"/>
                </a:lnTo>
                <a:lnTo>
                  <a:pt x="5642020" y="68530"/>
                </a:lnTo>
                <a:lnTo>
                  <a:pt x="5779438" y="46733"/>
                </a:lnTo>
                <a:lnTo>
                  <a:pt x="5916251" y="24464"/>
                </a:lnTo>
                <a:close/>
              </a:path>
            </a:pathLst>
          </a:custGeom>
          <a:solidFill>
            <a:schemeClr val="lt1"/>
          </a:solidFill>
          <a:ln>
            <a:noFill/>
          </a:ln>
        </p:spPr>
        <p:txBody>
          <a:bodyPr/>
          <a:lstStyle/>
          <a:p>
            <a:endParaRPr lang="en-US"/>
          </a:p>
        </p:txBody>
      </p:sp>
      <p:sp>
        <p:nvSpPr>
          <p:cNvPr id="312" name="Google Shape;312;p26"/>
          <p:cNvSpPr/>
          <p:nvPr/>
        </p:nvSpPr>
        <p:spPr>
          <a:xfrm>
            <a:off x="0" y="1190"/>
            <a:ext cx="9143999" cy="5142309"/>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txBody>
          <a:bodyPr/>
          <a:lstStyle/>
          <a:p>
            <a:endParaRPr lang="en-US"/>
          </a:p>
        </p:txBody>
      </p:sp>
      <p:sp>
        <p:nvSpPr>
          <p:cNvPr id="313" name="Google Shape;313;p26"/>
          <p:cNvSpPr txBox="1">
            <a:spLocks noGrp="1"/>
          </p:cNvSpPr>
          <p:nvPr>
            <p:ph type="title"/>
          </p:nvPr>
        </p:nvSpPr>
        <p:spPr>
          <a:xfrm>
            <a:off x="745565" y="847952"/>
            <a:ext cx="2506800" cy="3447600"/>
          </a:xfrm>
          <a:prstGeom prst="rect">
            <a:avLst/>
          </a:prstGeom>
          <a:noFill/>
          <a:ln>
            <a:noFill/>
          </a:ln>
        </p:spPr>
        <p:txBody>
          <a:bodyPr spcFirstLastPara="1" wrap="square" lIns="68575" tIns="34275" rIns="68575" bIns="34275" anchor="ctr" anchorCtr="0">
            <a:normAutofit/>
          </a:bodyPr>
          <a:lstStyle/>
          <a:p>
            <a:pPr marL="0" lvl="0" indent="0" algn="l" rtl="0">
              <a:spcBef>
                <a:spcPts val="0"/>
              </a:spcBef>
              <a:spcAft>
                <a:spcPts val="0"/>
              </a:spcAft>
              <a:buClr>
                <a:srgbClr val="EBEBEB"/>
              </a:buClr>
              <a:buSzPts val="2400"/>
              <a:buFont typeface="Century Gothic"/>
              <a:buNone/>
            </a:pPr>
            <a:r>
              <a:rPr lang="en" sz="2400">
                <a:solidFill>
                  <a:srgbClr val="EBEBEB"/>
                </a:solidFill>
              </a:rPr>
              <a:t>Mission Need</a:t>
            </a:r>
            <a:endParaRPr/>
          </a:p>
        </p:txBody>
      </p:sp>
      <p:sp>
        <p:nvSpPr>
          <p:cNvPr id="314" name="Google Shape;314;p26"/>
          <p:cNvSpPr txBox="1">
            <a:spLocks noGrp="1"/>
          </p:cNvSpPr>
          <p:nvPr>
            <p:ph type="body" idx="1"/>
          </p:nvPr>
        </p:nvSpPr>
        <p:spPr>
          <a:xfrm>
            <a:off x="3967558" y="328135"/>
            <a:ext cx="4127100" cy="4465800"/>
          </a:xfrm>
          <a:prstGeom prst="rect">
            <a:avLst/>
          </a:prstGeom>
          <a:noFill/>
          <a:ln>
            <a:noFill/>
          </a:ln>
        </p:spPr>
        <p:txBody>
          <a:bodyPr spcFirstLastPara="1" wrap="square" lIns="68575" tIns="34275" rIns="68575" bIns="34275" anchor="ctr" anchorCtr="0">
            <a:normAutofit/>
          </a:bodyPr>
          <a:lstStyle/>
          <a:p>
            <a:pPr marL="0" lvl="0" indent="0" algn="l" rtl="0">
              <a:spcBef>
                <a:spcPts val="0"/>
              </a:spcBef>
              <a:spcAft>
                <a:spcPts val="0"/>
              </a:spcAft>
              <a:buSzPts val="1200"/>
              <a:buNone/>
            </a:pPr>
            <a:r>
              <a:rPr lang="en" sz="1500"/>
              <a:t>“…we must value data as a strategic asset  and view it as a force multiplier. We must make Air Force data visible, accessible, understandable, linked, and trusted which permits it to be used to enable mission execution in this quickly changing, demanding environment.” </a:t>
            </a:r>
            <a:endParaRPr/>
          </a:p>
          <a:p>
            <a:pPr marL="0" lvl="0" indent="0" algn="l" rtl="0">
              <a:spcBef>
                <a:spcPts val="800"/>
              </a:spcBef>
              <a:spcAft>
                <a:spcPts val="0"/>
              </a:spcAft>
              <a:buSzPts val="1200"/>
              <a:buNone/>
            </a:pPr>
            <a:r>
              <a:rPr lang="en" sz="1500"/>
              <a:t>–Air Force Chief Data Office, March 2019</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a:solidFill>
                  <a:srgbClr val="FFFFFF"/>
                </a:solidFill>
                <a:latin typeface="Century Gothic"/>
              </a:rPr>
              <a:t>From Vision to Action: Data &amp; AI Today</a:t>
            </a:r>
          </a:p>
        </p:txBody>
      </p:sp>
      <p:sp>
        <p:nvSpPr>
          <p:cNvPr id="3" name="Text Placeholder 2"/>
          <p:cNvSpPr>
            <a:spLocks noGrp="1"/>
          </p:cNvSpPr>
          <p:nvPr>
            <p:ph type="body" idx="1"/>
          </p:nvPr>
        </p:nvSpPr>
        <p:spPr/>
        <p:txBody>
          <a:bodyPr wrap="square"/>
          <a:lstStyle/>
          <a:p>
            <a:r>
              <a:rPr sz="1600">
                <a:solidFill>
                  <a:srgbClr val="3B3059"/>
                </a:solidFill>
                <a:latin typeface="Hanken Grotesk"/>
              </a:rPr>
              <a:t>2022 — DoD stands up the Chief Digital &amp; Artificial Intelligence Office (CDAO), unifying data and AI leadership</a:t>
            </a:r>
          </a:p>
          <a:p>
            <a:r>
              <a:rPr sz="1600">
                <a:solidFill>
                  <a:srgbClr val="3B3059"/>
                </a:solidFill>
                <a:latin typeface="Hanken Grotesk"/>
              </a:rPr>
              <a:t>2023 — DoD's Data, Analytics &amp; AI Adoption Strategy turns the 2019 vision into direction</a:t>
            </a:r>
          </a:p>
          <a:p>
            <a:r>
              <a:rPr sz="1600">
                <a:solidFill>
                  <a:srgbClr val="3B3059"/>
                </a:solidFill>
                <a:latin typeface="Hanken Grotesk"/>
              </a:rPr>
              <a:t>Nationally — America's AI Action Plan and the National Security Strategy make data &amp; AI a top priority (see course handouts)</a:t>
            </a:r>
          </a:p>
          <a:p>
            <a:r>
              <a:rPr sz="1600">
                <a:solidFill>
                  <a:srgbClr val="3B3059"/>
                </a:solidFill>
                <a:latin typeface="Hanken Grotesk"/>
              </a:rPr>
              <a:t>For you — data &amp; AI fluency is now a baseline skill across the force, not a niche specialty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27" descr="title"/>
          <p:cNvSpPr txBox="1">
            <a:spLocks noGrp="1"/>
          </p:cNvSpPr>
          <p:nvPr>
            <p:ph type="title"/>
          </p:nvPr>
        </p:nvSpPr>
        <p:spPr>
          <a:xfrm>
            <a:off x="457200" y="445025"/>
            <a:ext cx="3204600" cy="2303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520"/>
              <a:t>Data Analyst</a:t>
            </a:r>
            <a:endParaRPr sz="2520"/>
          </a:p>
        </p:txBody>
      </p:sp>
      <p:sp>
        <p:nvSpPr>
          <p:cNvPr id="320" name="Google Shape;320;p27" descr="detail_0"/>
          <p:cNvSpPr txBox="1"/>
          <p:nvPr/>
        </p:nvSpPr>
        <p:spPr>
          <a:xfrm>
            <a:off x="318200" y="1730925"/>
            <a:ext cx="8251500" cy="2955600"/>
          </a:xfrm>
          <a:prstGeom prst="rect">
            <a:avLst/>
          </a:prstGeom>
          <a:noFill/>
          <a:ln>
            <a:noFill/>
          </a:ln>
        </p:spPr>
        <p:txBody>
          <a:bodyPr spcFirstLastPara="1" wrap="square" lIns="91425" tIns="91425" rIns="91425" bIns="91425" anchor="t" anchorCtr="0">
            <a:noAutofit/>
          </a:bodyPr>
          <a:lstStyle/>
          <a:p>
            <a:pPr marL="457200" marR="0" lvl="0" indent="-342900" algn="l" rtl="0">
              <a:lnSpc>
                <a:spcPct val="150000"/>
              </a:lnSpc>
              <a:spcBef>
                <a:spcPts val="0"/>
              </a:spcBef>
              <a:spcAft>
                <a:spcPts val="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Interpret data and turn it into actionable insights.</a:t>
            </a:r>
            <a:endParaRPr sz="1800">
              <a:solidFill>
                <a:schemeClr val="dk1"/>
              </a:solidFill>
              <a:latin typeface="Hanken Grotesk"/>
              <a:ea typeface="Hanken Grotesk"/>
              <a:cs typeface="Hanken Grotesk"/>
              <a:sym typeface="Hanken Grotesk"/>
            </a:endParaRPr>
          </a:p>
          <a:p>
            <a:pPr marL="457200" marR="0" lvl="0" indent="-342900" algn="l" rtl="0">
              <a:lnSpc>
                <a:spcPct val="150000"/>
              </a:lnSpc>
              <a:spcBef>
                <a:spcPts val="800"/>
              </a:spcBef>
              <a:spcAft>
                <a:spcPts val="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Use statistical tools to identify, analyze, and recognize patterns and trends.</a:t>
            </a:r>
            <a:endParaRPr sz="1800">
              <a:solidFill>
                <a:schemeClr val="dk1"/>
              </a:solidFill>
              <a:latin typeface="Hanken Grotesk"/>
              <a:ea typeface="Hanken Grotesk"/>
              <a:cs typeface="Hanken Grotesk"/>
              <a:sym typeface="Hanken Grotesk"/>
            </a:endParaRPr>
          </a:p>
          <a:p>
            <a:pPr marL="457200" marR="0" lvl="0" indent="-342900" algn="l" rtl="0">
              <a:lnSpc>
                <a:spcPct val="150000"/>
              </a:lnSpc>
              <a:spcBef>
                <a:spcPts val="800"/>
              </a:spcBef>
              <a:spcAft>
                <a:spcPts val="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Prepare reports and visualizations to communicate findings to stakeholders.</a:t>
            </a:r>
            <a:endParaRPr sz="1800">
              <a:solidFill>
                <a:schemeClr val="dk1"/>
              </a:solidFill>
              <a:latin typeface="Hanken Grotesk"/>
              <a:ea typeface="Hanken Grotesk"/>
              <a:cs typeface="Hanken Grotesk"/>
              <a:sym typeface="Hanken Grotesk"/>
            </a:endParaRPr>
          </a:p>
          <a:p>
            <a:pPr marL="457200" marR="0" lvl="0" indent="-342900" algn="l" rtl="0">
              <a:lnSpc>
                <a:spcPct val="150000"/>
              </a:lnSpc>
              <a:spcBef>
                <a:spcPts val="800"/>
              </a:spcBef>
              <a:spcAft>
                <a:spcPts val="80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Collaborate closely with other departments such as marketing, finance, and operations.</a:t>
            </a:r>
            <a:endParaRPr sz="1800">
              <a:solidFill>
                <a:schemeClr val="dk1"/>
              </a:solidFill>
              <a:latin typeface="Hanken Grotesk"/>
              <a:ea typeface="Hanken Grotesk"/>
              <a:cs typeface="Hanken Grotesk"/>
              <a:sym typeface="Hanken Grotesk"/>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pic>
        <p:nvPicPr>
          <p:cNvPr id="325" name="Google Shape;325;p28"/>
          <p:cNvPicPr preferRelativeResize="0"/>
          <p:nvPr/>
        </p:nvPicPr>
        <p:blipFill>
          <a:blip r:embed="rId3">
            <a:alphaModFix/>
          </a:blip>
          <a:stretch>
            <a:fillRect/>
          </a:stretch>
        </p:blipFill>
        <p:spPr>
          <a:xfrm>
            <a:off x="862538" y="152400"/>
            <a:ext cx="6809324" cy="4838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9" descr="title"/>
          <p:cNvSpPr txBox="1">
            <a:spLocks noGrp="1"/>
          </p:cNvSpPr>
          <p:nvPr>
            <p:ph type="title"/>
          </p:nvPr>
        </p:nvSpPr>
        <p:spPr>
          <a:xfrm>
            <a:off x="457200" y="445025"/>
            <a:ext cx="5025000" cy="92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520">
                <a:solidFill>
                  <a:schemeClr val="lt1"/>
                </a:solidFill>
              </a:rPr>
              <a:t>Data Engineer</a:t>
            </a:r>
            <a:endParaRPr sz="2520">
              <a:solidFill>
                <a:schemeClr val="lt1"/>
              </a:solidFill>
            </a:endParaRPr>
          </a:p>
        </p:txBody>
      </p:sp>
      <p:sp>
        <p:nvSpPr>
          <p:cNvPr id="331" name="Google Shape;331;p29" descr="detail_0"/>
          <p:cNvSpPr txBox="1"/>
          <p:nvPr/>
        </p:nvSpPr>
        <p:spPr>
          <a:xfrm>
            <a:off x="457200" y="1834350"/>
            <a:ext cx="6852600" cy="2852100"/>
          </a:xfrm>
          <a:prstGeom prst="rect">
            <a:avLst/>
          </a:prstGeom>
          <a:noFill/>
          <a:ln>
            <a:noFill/>
          </a:ln>
        </p:spPr>
        <p:txBody>
          <a:bodyPr spcFirstLastPara="1" wrap="square" lIns="91425" tIns="91425" rIns="91425" bIns="91425" anchor="t" anchorCtr="0">
            <a:noAutofit/>
          </a:bodyPr>
          <a:lstStyle/>
          <a:p>
            <a:pPr marL="457200" marR="0" lvl="0" indent="-342900" algn="l" rtl="0">
              <a:lnSpc>
                <a:spcPct val="150000"/>
              </a:lnSpc>
              <a:spcBef>
                <a:spcPts val="0"/>
              </a:spcBef>
              <a:spcAft>
                <a:spcPts val="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Design, construct, and maintain large-scale processing systems.</a:t>
            </a:r>
            <a:endParaRPr sz="1800">
              <a:solidFill>
                <a:schemeClr val="dk1"/>
              </a:solidFill>
              <a:latin typeface="Hanken Grotesk"/>
              <a:ea typeface="Hanken Grotesk"/>
              <a:cs typeface="Hanken Grotesk"/>
              <a:sym typeface="Hanken Grotesk"/>
            </a:endParaRPr>
          </a:p>
          <a:p>
            <a:pPr marL="457200" marR="0" lvl="0" indent="-342900" algn="l" rtl="0">
              <a:lnSpc>
                <a:spcPct val="150000"/>
              </a:lnSpc>
              <a:spcBef>
                <a:spcPts val="800"/>
              </a:spcBef>
              <a:spcAft>
                <a:spcPts val="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Ensure the architecture supports the requirements of data practitioners.</a:t>
            </a:r>
            <a:endParaRPr sz="1800">
              <a:solidFill>
                <a:schemeClr val="dk1"/>
              </a:solidFill>
              <a:latin typeface="Hanken Grotesk"/>
              <a:ea typeface="Hanken Grotesk"/>
              <a:cs typeface="Hanken Grotesk"/>
              <a:sym typeface="Hanken Grotesk"/>
            </a:endParaRPr>
          </a:p>
          <a:p>
            <a:pPr marL="457200" marR="0" lvl="0" indent="-342900" algn="l" rtl="0">
              <a:lnSpc>
                <a:spcPct val="150000"/>
              </a:lnSpc>
              <a:spcBef>
                <a:spcPts val="800"/>
              </a:spcBef>
              <a:spcAft>
                <a:spcPts val="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Focus on optimizing data pipelines and workflows for efficiency and reliability.</a:t>
            </a:r>
            <a:endParaRPr sz="1800">
              <a:solidFill>
                <a:schemeClr val="dk1"/>
              </a:solidFill>
              <a:latin typeface="Hanken Grotesk"/>
              <a:ea typeface="Hanken Grotesk"/>
              <a:cs typeface="Hanken Grotesk"/>
              <a:sym typeface="Hanken Grotesk"/>
            </a:endParaRPr>
          </a:p>
          <a:p>
            <a:pPr marL="457200" marR="0" lvl="0" indent="-342900" algn="l" rtl="0">
              <a:lnSpc>
                <a:spcPct val="150000"/>
              </a:lnSpc>
              <a:spcBef>
                <a:spcPts val="800"/>
              </a:spcBef>
              <a:spcAft>
                <a:spcPts val="80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Maintain data integrity, security, and accessibility.</a:t>
            </a:r>
            <a:endParaRPr sz="1800">
              <a:solidFill>
                <a:schemeClr val="dk1"/>
              </a:solidFill>
              <a:latin typeface="Hanken Grotesk"/>
              <a:ea typeface="Hanken Grotesk"/>
              <a:cs typeface="Hanken Grotesk"/>
              <a:sym typeface="Hanken Grotesk"/>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pic>
        <p:nvPicPr>
          <p:cNvPr id="336" name="Google Shape;336;p30"/>
          <p:cNvPicPr preferRelativeResize="0"/>
          <p:nvPr/>
        </p:nvPicPr>
        <p:blipFill>
          <a:blip r:embed="rId3">
            <a:alphaModFix/>
          </a:blip>
          <a:stretch>
            <a:fillRect/>
          </a:stretch>
        </p:blipFill>
        <p:spPr>
          <a:xfrm>
            <a:off x="1978488" y="152400"/>
            <a:ext cx="5187026" cy="48387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31" descr="title"/>
          <p:cNvSpPr txBox="1">
            <a:spLocks noGrp="1"/>
          </p:cNvSpPr>
          <p:nvPr>
            <p:ph type="title"/>
          </p:nvPr>
        </p:nvSpPr>
        <p:spPr>
          <a:xfrm>
            <a:off x="457200" y="445025"/>
            <a:ext cx="5025000" cy="92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520">
                <a:solidFill>
                  <a:schemeClr val="lt1"/>
                </a:solidFill>
              </a:rPr>
              <a:t>Data Scientist</a:t>
            </a:r>
            <a:endParaRPr sz="2520">
              <a:solidFill>
                <a:schemeClr val="lt1"/>
              </a:solidFill>
            </a:endParaRPr>
          </a:p>
        </p:txBody>
      </p:sp>
      <p:sp>
        <p:nvSpPr>
          <p:cNvPr id="342" name="Google Shape;342;p31" descr="detail_0"/>
          <p:cNvSpPr txBox="1"/>
          <p:nvPr/>
        </p:nvSpPr>
        <p:spPr>
          <a:xfrm>
            <a:off x="457200" y="1834350"/>
            <a:ext cx="6852600" cy="2852100"/>
          </a:xfrm>
          <a:prstGeom prst="rect">
            <a:avLst/>
          </a:prstGeom>
          <a:noFill/>
          <a:ln>
            <a:noFill/>
          </a:ln>
        </p:spPr>
        <p:txBody>
          <a:bodyPr spcFirstLastPara="1" wrap="square" lIns="91425" tIns="91425" rIns="91425" bIns="91425" anchor="t" anchorCtr="0">
            <a:noAutofit/>
          </a:bodyPr>
          <a:lstStyle/>
          <a:p>
            <a:pPr marL="457200" marR="0" lvl="0" indent="-342900" algn="l" rtl="0">
              <a:lnSpc>
                <a:spcPct val="150000"/>
              </a:lnSpc>
              <a:spcBef>
                <a:spcPts val="0"/>
              </a:spcBef>
              <a:spcAft>
                <a:spcPts val="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Analyze and interpret complex data to help companies make informed decisions.</a:t>
            </a:r>
            <a:endParaRPr sz="1800">
              <a:solidFill>
                <a:schemeClr val="dk1"/>
              </a:solidFill>
              <a:latin typeface="Hanken Grotesk"/>
              <a:ea typeface="Hanken Grotesk"/>
              <a:cs typeface="Hanken Grotesk"/>
              <a:sym typeface="Hanken Grotesk"/>
            </a:endParaRPr>
          </a:p>
          <a:p>
            <a:pPr marL="457200" marR="0" lvl="0" indent="-342900" algn="l" rtl="0">
              <a:lnSpc>
                <a:spcPct val="150000"/>
              </a:lnSpc>
              <a:spcBef>
                <a:spcPts val="800"/>
              </a:spcBef>
              <a:spcAft>
                <a:spcPts val="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Use statistical methods, algorithms, and machine learning to uncover trends and patterns.</a:t>
            </a:r>
            <a:endParaRPr sz="1800">
              <a:solidFill>
                <a:schemeClr val="dk1"/>
              </a:solidFill>
              <a:latin typeface="Hanken Grotesk"/>
              <a:ea typeface="Hanken Grotesk"/>
              <a:cs typeface="Hanken Grotesk"/>
              <a:sym typeface="Hanken Grotesk"/>
            </a:endParaRPr>
          </a:p>
          <a:p>
            <a:pPr marL="457200" marR="0" lvl="0" indent="-342900" algn="l" rtl="0">
              <a:lnSpc>
                <a:spcPct val="150000"/>
              </a:lnSpc>
              <a:spcBef>
                <a:spcPts val="800"/>
              </a:spcBef>
              <a:spcAft>
                <a:spcPts val="800"/>
              </a:spcAft>
              <a:buClr>
                <a:schemeClr val="accent1"/>
              </a:buClr>
              <a:buSzPts val="1800"/>
              <a:buFont typeface="Hanken Grotesk"/>
              <a:buChar char="●"/>
            </a:pPr>
            <a:r>
              <a:rPr lang="en" sz="1800">
                <a:solidFill>
                  <a:schemeClr val="dk1"/>
                </a:solidFill>
                <a:latin typeface="Hanken Grotesk"/>
                <a:ea typeface="Hanken Grotesk"/>
                <a:cs typeface="Hanken Grotesk"/>
                <a:sym typeface="Hanken Grotesk"/>
              </a:rPr>
              <a:t>Work closely with stakeholders to understand business needs and provide data-driven solutions.</a:t>
            </a:r>
            <a:endParaRPr sz="1800">
              <a:solidFill>
                <a:schemeClr val="dk1"/>
              </a:solidFill>
              <a:latin typeface="Hanken Grotesk"/>
              <a:ea typeface="Hanken Grotesk"/>
              <a:cs typeface="Hanken Grotesk"/>
              <a:sym typeface="Hanken Grotesk"/>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33" descr="Diagram&#10;&#10;Description automatically generated"/>
          <p:cNvPicPr preferRelativeResize="0"/>
          <p:nvPr/>
        </p:nvPicPr>
        <p:blipFill rotWithShape="1">
          <a:blip r:embed="rId3">
            <a:alphaModFix/>
          </a:blip>
          <a:srcRect/>
          <a:stretch/>
        </p:blipFill>
        <p:spPr>
          <a:xfrm>
            <a:off x="1938863" y="182188"/>
            <a:ext cx="5266276" cy="477912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34"/>
          <p:cNvSpPr txBox="1">
            <a:spLocks noGrp="1"/>
          </p:cNvSpPr>
          <p:nvPr>
            <p:ph type="title"/>
          </p:nvPr>
        </p:nvSpPr>
        <p:spPr>
          <a:xfrm>
            <a:off x="457200" y="342900"/>
            <a:ext cx="8229600" cy="594300"/>
          </a:xfrm>
          <a:prstGeom prst="rect">
            <a:avLst/>
          </a:prstGeom>
        </p:spPr>
        <p:txBody>
          <a:bodyPr spcFirstLastPara="1" wrap="square" lIns="68575" tIns="34275" rIns="68575" bIns="34275" anchor="ctr" anchorCtr="0">
            <a:normAutofit/>
          </a:bodyPr>
          <a:lstStyle/>
          <a:p>
            <a:pPr marL="0" lvl="0" indent="0" algn="l" rtl="0">
              <a:spcBef>
                <a:spcPts val="0"/>
              </a:spcBef>
              <a:spcAft>
                <a:spcPts val="0"/>
              </a:spcAft>
              <a:buNone/>
            </a:pPr>
            <a:r>
              <a:rPr lang="en"/>
              <a:t>History of Data Science</a:t>
            </a:r>
            <a:endParaRPr/>
          </a:p>
        </p:txBody>
      </p:sp>
      <p:sp>
        <p:nvSpPr>
          <p:cNvPr id="359" name="Google Shape;359;p34"/>
          <p:cNvSpPr txBox="1">
            <a:spLocks noGrp="1"/>
          </p:cNvSpPr>
          <p:nvPr>
            <p:ph type="body" idx="1"/>
          </p:nvPr>
        </p:nvSpPr>
        <p:spPr>
          <a:xfrm>
            <a:off x="196225" y="2624206"/>
            <a:ext cx="1682100" cy="2368500"/>
          </a:xfrm>
          <a:prstGeom prst="rect">
            <a:avLst/>
          </a:prstGeom>
        </p:spPr>
        <p:txBody>
          <a:bodyPr spcFirstLastPara="1" wrap="square" lIns="68575" tIns="34275" rIns="68575" bIns="34275" anchor="t" anchorCtr="0">
            <a:normAutofit/>
          </a:bodyPr>
          <a:lstStyle/>
          <a:p>
            <a:pPr marL="0" lvl="0" indent="0" algn="l" rtl="0">
              <a:spcBef>
                <a:spcPts val="900"/>
              </a:spcBef>
              <a:spcAft>
                <a:spcPts val="0"/>
              </a:spcAft>
              <a:buNone/>
            </a:pPr>
            <a:r>
              <a:rPr lang="en"/>
              <a:t>Rise of Databases</a:t>
            </a:r>
            <a:endParaRPr/>
          </a:p>
        </p:txBody>
      </p:sp>
      <p:sp>
        <p:nvSpPr>
          <p:cNvPr id="360" name="Google Shape;360;p34"/>
          <p:cNvSpPr txBox="1">
            <a:spLocks noGrp="1"/>
          </p:cNvSpPr>
          <p:nvPr>
            <p:ph type="body" idx="2"/>
          </p:nvPr>
        </p:nvSpPr>
        <p:spPr>
          <a:xfrm>
            <a:off x="1963592" y="2624206"/>
            <a:ext cx="1682100" cy="2368500"/>
          </a:xfrm>
          <a:prstGeom prst="rect">
            <a:avLst/>
          </a:prstGeom>
        </p:spPr>
        <p:txBody>
          <a:bodyPr spcFirstLastPara="1" wrap="square" lIns="68575" tIns="34275" rIns="68575" bIns="34275" anchor="t" anchorCtr="0">
            <a:normAutofit/>
          </a:bodyPr>
          <a:lstStyle/>
          <a:p>
            <a:pPr marL="0" lvl="0" indent="0" algn="l" rtl="0">
              <a:spcBef>
                <a:spcPts val="900"/>
              </a:spcBef>
              <a:spcAft>
                <a:spcPts val="0"/>
              </a:spcAft>
              <a:buNone/>
            </a:pPr>
            <a:r>
              <a:rPr lang="en"/>
              <a:t>Emergence of Data Mining</a:t>
            </a:r>
            <a:endParaRPr/>
          </a:p>
        </p:txBody>
      </p:sp>
      <p:sp>
        <p:nvSpPr>
          <p:cNvPr id="361" name="Google Shape;361;p34"/>
          <p:cNvSpPr txBox="1">
            <a:spLocks noGrp="1"/>
          </p:cNvSpPr>
          <p:nvPr>
            <p:ph type="body" idx="3"/>
          </p:nvPr>
        </p:nvSpPr>
        <p:spPr>
          <a:xfrm>
            <a:off x="196225" y="1936951"/>
            <a:ext cx="1682100" cy="596700"/>
          </a:xfrm>
          <a:prstGeom prst="rect">
            <a:avLst/>
          </a:prstGeom>
        </p:spPr>
        <p:txBody>
          <a:bodyPr spcFirstLastPara="1" wrap="square" lIns="68575" tIns="34275" rIns="68575" bIns="34275" anchor="b" anchorCtr="0">
            <a:noAutofit/>
          </a:bodyPr>
          <a:lstStyle/>
          <a:p>
            <a:pPr marL="0" lvl="0" indent="0" algn="l" rtl="0">
              <a:spcBef>
                <a:spcPts val="900"/>
              </a:spcBef>
              <a:spcAft>
                <a:spcPts val="0"/>
              </a:spcAft>
              <a:buNone/>
            </a:pPr>
            <a:r>
              <a:rPr lang="en"/>
              <a:t>1980s</a:t>
            </a:r>
            <a:endParaRPr/>
          </a:p>
        </p:txBody>
      </p:sp>
      <p:sp>
        <p:nvSpPr>
          <p:cNvPr id="362" name="Google Shape;362;p34"/>
          <p:cNvSpPr txBox="1">
            <a:spLocks noGrp="1"/>
          </p:cNvSpPr>
          <p:nvPr>
            <p:ph type="body" idx="4"/>
          </p:nvPr>
        </p:nvSpPr>
        <p:spPr>
          <a:xfrm>
            <a:off x="1963592" y="1936951"/>
            <a:ext cx="1682100" cy="596700"/>
          </a:xfrm>
          <a:prstGeom prst="rect">
            <a:avLst/>
          </a:prstGeom>
        </p:spPr>
        <p:txBody>
          <a:bodyPr spcFirstLastPara="1" wrap="square" lIns="68575" tIns="34275" rIns="68575" bIns="34275" anchor="b" anchorCtr="0">
            <a:noAutofit/>
          </a:bodyPr>
          <a:lstStyle/>
          <a:p>
            <a:pPr marL="0" lvl="0" indent="0" algn="l" rtl="0">
              <a:spcBef>
                <a:spcPts val="900"/>
              </a:spcBef>
              <a:spcAft>
                <a:spcPts val="0"/>
              </a:spcAft>
              <a:buNone/>
            </a:pPr>
            <a:r>
              <a:rPr lang="en"/>
              <a:t>1990s</a:t>
            </a:r>
            <a:endParaRPr/>
          </a:p>
        </p:txBody>
      </p:sp>
      <p:sp>
        <p:nvSpPr>
          <p:cNvPr id="363" name="Google Shape;363;p34"/>
          <p:cNvSpPr txBox="1">
            <a:spLocks noGrp="1"/>
          </p:cNvSpPr>
          <p:nvPr>
            <p:ph type="body" idx="5"/>
          </p:nvPr>
        </p:nvSpPr>
        <p:spPr>
          <a:xfrm>
            <a:off x="3730960" y="2624206"/>
            <a:ext cx="1682100" cy="2368500"/>
          </a:xfrm>
          <a:prstGeom prst="rect">
            <a:avLst/>
          </a:prstGeom>
        </p:spPr>
        <p:txBody>
          <a:bodyPr spcFirstLastPara="1" wrap="square" lIns="68575" tIns="34275" rIns="68575" bIns="34275" anchor="t" anchorCtr="0">
            <a:normAutofit/>
          </a:bodyPr>
          <a:lstStyle/>
          <a:p>
            <a:pPr marL="0" lvl="0" indent="0" algn="l" rtl="0">
              <a:spcBef>
                <a:spcPts val="900"/>
              </a:spcBef>
              <a:spcAft>
                <a:spcPts val="0"/>
              </a:spcAft>
              <a:buNone/>
            </a:pPr>
            <a:r>
              <a:rPr lang="en"/>
              <a:t>Big Data Era</a:t>
            </a:r>
            <a:endParaRPr/>
          </a:p>
        </p:txBody>
      </p:sp>
      <p:sp>
        <p:nvSpPr>
          <p:cNvPr id="364" name="Google Shape;364;p34"/>
          <p:cNvSpPr txBox="1">
            <a:spLocks noGrp="1"/>
          </p:cNvSpPr>
          <p:nvPr>
            <p:ph type="body" idx="7"/>
          </p:nvPr>
        </p:nvSpPr>
        <p:spPr>
          <a:xfrm>
            <a:off x="3730960" y="1936951"/>
            <a:ext cx="1682100" cy="596700"/>
          </a:xfrm>
          <a:prstGeom prst="rect">
            <a:avLst/>
          </a:prstGeom>
        </p:spPr>
        <p:txBody>
          <a:bodyPr spcFirstLastPara="1" wrap="square" lIns="68575" tIns="34275" rIns="68575" bIns="34275" anchor="b" anchorCtr="0">
            <a:noAutofit/>
          </a:bodyPr>
          <a:lstStyle/>
          <a:p>
            <a:pPr marL="0" lvl="0" indent="0" algn="l" rtl="0">
              <a:spcBef>
                <a:spcPts val="900"/>
              </a:spcBef>
              <a:spcAft>
                <a:spcPts val="0"/>
              </a:spcAft>
              <a:buNone/>
            </a:pPr>
            <a:r>
              <a:rPr lang="en"/>
              <a:t>2000s</a:t>
            </a:r>
            <a:endParaRPr/>
          </a:p>
        </p:txBody>
      </p:sp>
      <p:sp>
        <p:nvSpPr>
          <p:cNvPr id="365" name="Google Shape;365;p34"/>
          <p:cNvSpPr txBox="1">
            <a:spLocks noGrp="1"/>
          </p:cNvSpPr>
          <p:nvPr>
            <p:ph type="body" idx="6"/>
          </p:nvPr>
        </p:nvSpPr>
        <p:spPr>
          <a:xfrm>
            <a:off x="5498327" y="2624206"/>
            <a:ext cx="1682100" cy="2368500"/>
          </a:xfrm>
          <a:prstGeom prst="rect">
            <a:avLst/>
          </a:prstGeom>
        </p:spPr>
        <p:txBody>
          <a:bodyPr spcFirstLastPara="1" wrap="square" lIns="68575" tIns="34275" rIns="68575" bIns="34275" anchor="t" anchorCtr="0">
            <a:normAutofit/>
          </a:bodyPr>
          <a:lstStyle/>
          <a:p>
            <a:pPr marL="0" lvl="0" indent="0" algn="l" rtl="0">
              <a:spcBef>
                <a:spcPts val="900"/>
              </a:spcBef>
              <a:spcAft>
                <a:spcPts val="0"/>
              </a:spcAft>
              <a:buNone/>
            </a:pPr>
            <a:r>
              <a:rPr lang="en"/>
              <a:t>Machine Learning and AI</a:t>
            </a:r>
            <a:endParaRPr/>
          </a:p>
        </p:txBody>
      </p:sp>
      <p:sp>
        <p:nvSpPr>
          <p:cNvPr id="366" name="Google Shape;366;p34"/>
          <p:cNvSpPr txBox="1">
            <a:spLocks noGrp="1"/>
          </p:cNvSpPr>
          <p:nvPr>
            <p:ph type="body" idx="8"/>
          </p:nvPr>
        </p:nvSpPr>
        <p:spPr>
          <a:xfrm>
            <a:off x="5498327" y="1936951"/>
            <a:ext cx="1682100" cy="596700"/>
          </a:xfrm>
          <a:prstGeom prst="rect">
            <a:avLst/>
          </a:prstGeom>
        </p:spPr>
        <p:txBody>
          <a:bodyPr spcFirstLastPara="1" wrap="square" lIns="68575" tIns="34275" rIns="68575" bIns="34275" anchor="b" anchorCtr="0">
            <a:noAutofit/>
          </a:bodyPr>
          <a:lstStyle/>
          <a:p>
            <a:pPr marL="0" lvl="0" indent="0" algn="l" rtl="0">
              <a:spcBef>
                <a:spcPts val="900"/>
              </a:spcBef>
              <a:spcAft>
                <a:spcPts val="0"/>
              </a:spcAft>
              <a:buNone/>
            </a:pPr>
            <a:r>
              <a:rPr lang="en"/>
              <a:t>2010s</a:t>
            </a:r>
            <a:endParaRPr/>
          </a:p>
        </p:txBody>
      </p:sp>
      <p:sp>
        <p:nvSpPr>
          <p:cNvPr id="367" name="Google Shape;367;p34"/>
          <p:cNvSpPr txBox="1">
            <a:spLocks noGrp="1"/>
          </p:cNvSpPr>
          <p:nvPr>
            <p:ph type="body" idx="6"/>
          </p:nvPr>
        </p:nvSpPr>
        <p:spPr>
          <a:xfrm>
            <a:off x="7265677" y="2624206"/>
            <a:ext cx="1682100" cy="2368500"/>
          </a:xfrm>
          <a:prstGeom prst="rect">
            <a:avLst/>
          </a:prstGeom>
        </p:spPr>
        <p:txBody>
          <a:bodyPr spcFirstLastPara="1" wrap="square" lIns="68575" tIns="34275" rIns="68575" bIns="34275" anchor="t" anchorCtr="0">
            <a:normAutofit/>
          </a:bodyPr>
          <a:lstStyle/>
          <a:p>
            <a:pPr marL="0" lvl="0" indent="0" algn="l" rtl="0">
              <a:spcBef>
                <a:spcPts val="900"/>
              </a:spcBef>
              <a:spcAft>
                <a:spcPts val="0"/>
              </a:spcAft>
              <a:buNone/>
            </a:pPr>
            <a:r>
              <a:rPr lang="en"/>
              <a:t>Generative AI &amp; LLMs</a:t>
            </a:r>
            <a:endParaRPr/>
          </a:p>
        </p:txBody>
      </p:sp>
      <p:sp>
        <p:nvSpPr>
          <p:cNvPr id="368" name="Google Shape;368;p34"/>
          <p:cNvSpPr txBox="1">
            <a:spLocks noGrp="1"/>
          </p:cNvSpPr>
          <p:nvPr>
            <p:ph type="body" idx="8"/>
          </p:nvPr>
        </p:nvSpPr>
        <p:spPr>
          <a:xfrm>
            <a:off x="7265677" y="1936951"/>
            <a:ext cx="1682100" cy="596700"/>
          </a:xfrm>
          <a:prstGeom prst="rect">
            <a:avLst/>
          </a:prstGeom>
        </p:spPr>
        <p:txBody>
          <a:bodyPr spcFirstLastPara="1" wrap="square" lIns="68575" tIns="34275" rIns="68575" bIns="34275" anchor="b" anchorCtr="0">
            <a:noAutofit/>
          </a:bodyPr>
          <a:lstStyle/>
          <a:p>
            <a:pPr marL="0" lvl="0" indent="0" algn="l" rtl="0">
              <a:spcBef>
                <a:spcPts val="900"/>
              </a:spcBef>
              <a:spcAft>
                <a:spcPts val="0"/>
              </a:spcAft>
              <a:buNone/>
            </a:pPr>
            <a:r>
              <a:rPr lang="en"/>
              <a:t>2020s</a:t>
            </a:r>
            <a:endParaRPr/>
          </a:p>
        </p:txBody>
      </p:sp>
      <p:pic>
        <p:nvPicPr>
          <p:cNvPr id="369" name="Google Shape;369;p34"/>
          <p:cNvPicPr preferRelativeResize="0"/>
          <p:nvPr/>
        </p:nvPicPr>
        <p:blipFill>
          <a:blip r:embed="rId3">
            <a:alphaModFix/>
          </a:blip>
          <a:stretch>
            <a:fillRect/>
          </a:stretch>
        </p:blipFill>
        <p:spPr>
          <a:xfrm>
            <a:off x="196225" y="3297925"/>
            <a:ext cx="1610100" cy="1610100"/>
          </a:xfrm>
          <a:prstGeom prst="rect">
            <a:avLst/>
          </a:prstGeom>
          <a:noFill/>
          <a:ln>
            <a:noFill/>
          </a:ln>
        </p:spPr>
      </p:pic>
      <p:cxnSp>
        <p:nvCxnSpPr>
          <p:cNvPr id="370" name="Google Shape;370;p34"/>
          <p:cNvCxnSpPr/>
          <p:nvPr/>
        </p:nvCxnSpPr>
        <p:spPr>
          <a:xfrm flipH="1">
            <a:off x="1913163" y="2113825"/>
            <a:ext cx="15600" cy="2794200"/>
          </a:xfrm>
          <a:prstGeom prst="straightConnector1">
            <a:avLst/>
          </a:prstGeom>
          <a:noFill/>
          <a:ln w="9525" cap="flat" cmpd="sng">
            <a:solidFill>
              <a:schemeClr val="dk2"/>
            </a:solidFill>
            <a:prstDash val="solid"/>
            <a:round/>
            <a:headEnd type="none" w="med" len="med"/>
            <a:tailEnd type="none" w="med" len="med"/>
          </a:ln>
        </p:spPr>
      </p:cxnSp>
      <p:cxnSp>
        <p:nvCxnSpPr>
          <p:cNvPr id="371" name="Google Shape;371;p34"/>
          <p:cNvCxnSpPr/>
          <p:nvPr/>
        </p:nvCxnSpPr>
        <p:spPr>
          <a:xfrm flipH="1">
            <a:off x="3644513" y="2113825"/>
            <a:ext cx="15600" cy="2794200"/>
          </a:xfrm>
          <a:prstGeom prst="straightConnector1">
            <a:avLst/>
          </a:prstGeom>
          <a:noFill/>
          <a:ln w="9525" cap="flat" cmpd="sng">
            <a:solidFill>
              <a:schemeClr val="dk2"/>
            </a:solidFill>
            <a:prstDash val="solid"/>
            <a:round/>
            <a:headEnd type="none" w="med" len="med"/>
            <a:tailEnd type="none" w="med" len="med"/>
          </a:ln>
        </p:spPr>
      </p:cxnSp>
      <p:cxnSp>
        <p:nvCxnSpPr>
          <p:cNvPr id="372" name="Google Shape;372;p34"/>
          <p:cNvCxnSpPr/>
          <p:nvPr/>
        </p:nvCxnSpPr>
        <p:spPr>
          <a:xfrm flipH="1">
            <a:off x="5375863" y="2113825"/>
            <a:ext cx="15600" cy="2794200"/>
          </a:xfrm>
          <a:prstGeom prst="straightConnector1">
            <a:avLst/>
          </a:prstGeom>
          <a:noFill/>
          <a:ln w="9525" cap="flat" cmpd="sng">
            <a:solidFill>
              <a:schemeClr val="dk2"/>
            </a:solidFill>
            <a:prstDash val="solid"/>
            <a:round/>
            <a:headEnd type="none" w="med" len="med"/>
            <a:tailEnd type="none" w="med" len="med"/>
          </a:ln>
        </p:spPr>
      </p:cxnSp>
      <p:cxnSp>
        <p:nvCxnSpPr>
          <p:cNvPr id="373" name="Google Shape;373;p34"/>
          <p:cNvCxnSpPr/>
          <p:nvPr/>
        </p:nvCxnSpPr>
        <p:spPr>
          <a:xfrm flipH="1">
            <a:off x="7107213" y="2113825"/>
            <a:ext cx="15600" cy="2794200"/>
          </a:xfrm>
          <a:prstGeom prst="straightConnector1">
            <a:avLst/>
          </a:prstGeom>
          <a:noFill/>
          <a:ln w="9525" cap="flat" cmpd="sng">
            <a:solidFill>
              <a:schemeClr val="dk2"/>
            </a:solidFill>
            <a:prstDash val="solid"/>
            <a:round/>
            <a:headEnd type="none" w="med" len="med"/>
            <a:tailEnd type="none" w="med" len="med"/>
          </a:ln>
        </p:spPr>
      </p:cxnSp>
      <p:pic>
        <p:nvPicPr>
          <p:cNvPr id="374" name="Google Shape;374;p34"/>
          <p:cNvPicPr preferRelativeResize="0"/>
          <p:nvPr/>
        </p:nvPicPr>
        <p:blipFill>
          <a:blip r:embed="rId4">
            <a:alphaModFix/>
          </a:blip>
          <a:stretch>
            <a:fillRect/>
          </a:stretch>
        </p:blipFill>
        <p:spPr>
          <a:xfrm>
            <a:off x="3737297" y="3361022"/>
            <a:ext cx="1546975" cy="1547000"/>
          </a:xfrm>
          <a:prstGeom prst="rect">
            <a:avLst/>
          </a:prstGeom>
          <a:noFill/>
          <a:ln>
            <a:noFill/>
          </a:ln>
        </p:spPr>
      </p:pic>
      <p:pic>
        <p:nvPicPr>
          <p:cNvPr id="375" name="Google Shape;375;p34"/>
          <p:cNvPicPr preferRelativeResize="0"/>
          <p:nvPr/>
        </p:nvPicPr>
        <p:blipFill>
          <a:blip r:embed="rId5">
            <a:alphaModFix/>
          </a:blip>
          <a:stretch>
            <a:fillRect/>
          </a:stretch>
        </p:blipFill>
        <p:spPr>
          <a:xfrm>
            <a:off x="1956375" y="3361025"/>
            <a:ext cx="1610100" cy="1610100"/>
          </a:xfrm>
          <a:prstGeom prst="rect">
            <a:avLst/>
          </a:prstGeom>
          <a:noFill/>
          <a:ln>
            <a:noFill/>
          </a:ln>
        </p:spPr>
      </p:pic>
      <p:pic>
        <p:nvPicPr>
          <p:cNvPr id="376" name="Google Shape;376;p34"/>
          <p:cNvPicPr preferRelativeResize="0"/>
          <p:nvPr/>
        </p:nvPicPr>
        <p:blipFill>
          <a:blip r:embed="rId6">
            <a:alphaModFix/>
          </a:blip>
          <a:stretch>
            <a:fillRect/>
          </a:stretch>
        </p:blipFill>
        <p:spPr>
          <a:xfrm>
            <a:off x="5466900" y="3361025"/>
            <a:ext cx="1610100" cy="1610100"/>
          </a:xfrm>
          <a:prstGeom prst="rect">
            <a:avLst/>
          </a:prstGeom>
          <a:noFill/>
          <a:ln>
            <a:noFill/>
          </a:ln>
        </p:spPr>
      </p:pic>
      <p:pic>
        <p:nvPicPr>
          <p:cNvPr id="377" name="Google Shape;377;p34"/>
          <p:cNvPicPr preferRelativeResize="0"/>
          <p:nvPr/>
        </p:nvPicPr>
        <p:blipFill>
          <a:blip r:embed="rId7">
            <a:alphaModFix/>
          </a:blip>
          <a:stretch>
            <a:fillRect/>
          </a:stretch>
        </p:blipFill>
        <p:spPr>
          <a:xfrm>
            <a:off x="7153049" y="3382600"/>
            <a:ext cx="1610100" cy="16101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6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6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6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7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6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6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7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6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6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35"/>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sz="2700"/>
              <a:t>Applications of Data Science</a:t>
            </a:r>
            <a:endParaRPr sz="2700"/>
          </a:p>
        </p:txBody>
      </p:sp>
      <p:pic>
        <p:nvPicPr>
          <p:cNvPr id="383" name="Google Shape;383;p35"/>
          <p:cNvPicPr preferRelativeResize="0"/>
          <p:nvPr/>
        </p:nvPicPr>
        <p:blipFill>
          <a:blip r:embed="rId3">
            <a:alphaModFix/>
          </a:blip>
          <a:stretch>
            <a:fillRect/>
          </a:stretch>
        </p:blipFill>
        <p:spPr>
          <a:xfrm>
            <a:off x="866225" y="1773900"/>
            <a:ext cx="7333024" cy="2517672"/>
          </a:xfrm>
          <a:prstGeom prst="rect">
            <a:avLst/>
          </a:prstGeom>
          <a:noFill/>
          <a:ln>
            <a:noFill/>
          </a:ln>
        </p:spPr>
      </p:pic>
      <p:sp>
        <p:nvSpPr>
          <p:cNvPr id="384" name="Google Shape;384;p35"/>
          <p:cNvSpPr txBox="1">
            <a:spLocks noGrp="1"/>
          </p:cNvSpPr>
          <p:nvPr>
            <p:ph type="body" idx="1"/>
          </p:nvPr>
        </p:nvSpPr>
        <p:spPr>
          <a:xfrm>
            <a:off x="866216" y="1952625"/>
            <a:ext cx="6619200" cy="2562300"/>
          </a:xfrm>
          <a:prstGeom prst="rect">
            <a:avLst/>
          </a:prstGeom>
        </p:spPr>
        <p:txBody>
          <a:bodyPr spcFirstLastPara="1" wrap="square" lIns="68575" tIns="34275" rIns="68575" bIns="34275" anchor="t" anchorCtr="0">
            <a:normAutofit/>
          </a:bodyPr>
          <a:lstStyle/>
          <a:p>
            <a:pPr marL="457200" lvl="0" indent="-298450" algn="l" rtl="0">
              <a:spcBef>
                <a:spcPts val="800"/>
              </a:spcBef>
              <a:spcAft>
                <a:spcPts val="0"/>
              </a:spcAft>
              <a:buSzPts val="1100"/>
              <a:buChar char="►"/>
            </a:pPr>
            <a:r>
              <a:rPr lang="en"/>
              <a:t>Automate Satellite Image Analysis</a:t>
            </a:r>
            <a:endParaRPr/>
          </a:p>
          <a:p>
            <a:pPr marL="0" lvl="0" indent="0" algn="l" rtl="0">
              <a:spcBef>
                <a:spcPts val="800"/>
              </a:spcBef>
              <a:spcAft>
                <a:spcPts val="0"/>
              </a:spcAft>
              <a:buNone/>
            </a:pPr>
            <a:endParaRPr/>
          </a:p>
          <a:p>
            <a:pPr marL="457200" lvl="0" indent="-298450" algn="l" rtl="0">
              <a:spcBef>
                <a:spcPts val="800"/>
              </a:spcBef>
              <a:spcAft>
                <a:spcPts val="0"/>
              </a:spcAft>
              <a:buSzPts val="1100"/>
              <a:buChar char="►"/>
            </a:pPr>
            <a:r>
              <a:rPr lang="en"/>
              <a:t>Potential Threat Forecasting</a:t>
            </a:r>
            <a:endParaRPr/>
          </a:p>
          <a:p>
            <a:pPr marL="0" lvl="0" indent="0" algn="l" rtl="0">
              <a:spcBef>
                <a:spcPts val="800"/>
              </a:spcBef>
              <a:spcAft>
                <a:spcPts val="0"/>
              </a:spcAft>
              <a:buNone/>
            </a:pPr>
            <a:endParaRPr/>
          </a:p>
          <a:p>
            <a:pPr marL="457200" lvl="0" indent="-298450" algn="l" rtl="0">
              <a:spcBef>
                <a:spcPts val="800"/>
              </a:spcBef>
              <a:spcAft>
                <a:spcPts val="0"/>
              </a:spcAft>
              <a:buSzPts val="1100"/>
              <a:buChar char="►"/>
            </a:pPr>
            <a:r>
              <a:rPr lang="en"/>
              <a:t>Analyzing Unstructured Data with LLMs (e.g. Intel Reports)</a:t>
            </a:r>
            <a:endParaRPr/>
          </a:p>
          <a:p>
            <a:pPr marL="0" lvl="0" indent="0" algn="l" rtl="0">
              <a:spcBef>
                <a:spcPts val="800"/>
              </a:spcBef>
              <a:spcAft>
                <a:spcPts val="0"/>
              </a:spcAft>
              <a:buNone/>
            </a:pPr>
            <a:endParaRPr/>
          </a:p>
          <a:p>
            <a:pPr marL="457200" lvl="0" indent="-298450" algn="l" rtl="0">
              <a:spcBef>
                <a:spcPts val="800"/>
              </a:spcBef>
              <a:spcAft>
                <a:spcPts val="0"/>
              </a:spcAft>
              <a:buSzPts val="1100"/>
              <a:buChar char="►"/>
            </a:pPr>
            <a:r>
              <a:rPr lang="en"/>
              <a:t>Network Anomaly Detection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83"/>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grpSp>
        <p:nvGrpSpPr>
          <p:cNvPr id="394" name="Google Shape;394;p37"/>
          <p:cNvGrpSpPr/>
          <p:nvPr/>
        </p:nvGrpSpPr>
        <p:grpSpPr>
          <a:xfrm>
            <a:off x="3753713" y="232300"/>
            <a:ext cx="4751822" cy="4678903"/>
            <a:chOff x="2157988" y="232300"/>
            <a:chExt cx="4751822" cy="4678903"/>
          </a:xfrm>
        </p:grpSpPr>
        <p:sp>
          <p:nvSpPr>
            <p:cNvPr id="395" name="Google Shape;395;p37"/>
            <p:cNvSpPr/>
            <p:nvPr/>
          </p:nvSpPr>
          <p:spPr>
            <a:xfrm>
              <a:off x="2950643" y="1086899"/>
              <a:ext cx="3189081" cy="2969864"/>
            </a:xfrm>
            <a:prstGeom prst="flowChartPreparation">
              <a:avLst/>
            </a:prstGeom>
            <a:solidFill>
              <a:srgbClr val="56156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600" b="1">
                  <a:solidFill>
                    <a:schemeClr val="lt1"/>
                  </a:solidFill>
                  <a:latin typeface="Century Gothic"/>
                  <a:ea typeface="Century Gothic"/>
                  <a:cs typeface="Century Gothic"/>
                  <a:sym typeface="Century Gothic"/>
                </a:rPr>
                <a:t>Project </a:t>
              </a:r>
              <a:endParaRPr sz="2600" b="1">
                <a:solidFill>
                  <a:schemeClr val="lt1"/>
                </a:solidFill>
                <a:latin typeface="Century Gothic"/>
                <a:ea typeface="Century Gothic"/>
                <a:cs typeface="Century Gothic"/>
                <a:sym typeface="Century Gothic"/>
              </a:endParaRPr>
            </a:p>
            <a:p>
              <a:pPr marL="0" lvl="0" indent="0" algn="ctr" rtl="0">
                <a:spcBef>
                  <a:spcPts val="0"/>
                </a:spcBef>
                <a:spcAft>
                  <a:spcPts val="0"/>
                </a:spcAft>
                <a:buNone/>
              </a:pPr>
              <a:r>
                <a:rPr lang="en" sz="2600" b="1">
                  <a:solidFill>
                    <a:schemeClr val="lt1"/>
                  </a:solidFill>
                  <a:latin typeface="Century Gothic"/>
                  <a:ea typeface="Century Gothic"/>
                  <a:cs typeface="Century Gothic"/>
                  <a:sym typeface="Century Gothic"/>
                </a:rPr>
                <a:t>Lifecycle</a:t>
              </a:r>
              <a:endParaRPr sz="2600" b="1">
                <a:solidFill>
                  <a:schemeClr val="lt1"/>
                </a:solidFill>
                <a:latin typeface="Century Gothic"/>
                <a:ea typeface="Century Gothic"/>
                <a:cs typeface="Century Gothic"/>
                <a:sym typeface="Century Gothic"/>
              </a:endParaRPr>
            </a:p>
          </p:txBody>
        </p:sp>
        <p:sp>
          <p:nvSpPr>
            <p:cNvPr id="396" name="Google Shape;396;p37"/>
            <p:cNvSpPr/>
            <p:nvPr/>
          </p:nvSpPr>
          <p:spPr>
            <a:xfrm>
              <a:off x="2895162" y="232300"/>
              <a:ext cx="1305600" cy="1251300"/>
            </a:xfrm>
            <a:prstGeom prst="ellipse">
              <a:avLst/>
            </a:prstGeom>
            <a:solidFill>
              <a:srgbClr val="211C21"/>
            </a:solidFill>
            <a:ln w="9525" cap="flat" cmpd="sng">
              <a:solidFill>
                <a:srgbClr val="EE52A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Century Gothic"/>
                  <a:ea typeface="Century Gothic"/>
                  <a:cs typeface="Century Gothic"/>
                  <a:sym typeface="Century Gothic"/>
                </a:rPr>
                <a:t>6</a:t>
              </a:r>
              <a:endParaRPr sz="1300" b="1">
                <a:solidFill>
                  <a:schemeClr val="lt1"/>
                </a:solidFill>
                <a:latin typeface="Century Gothic"/>
                <a:ea typeface="Century Gothic"/>
                <a:cs typeface="Century Gothic"/>
                <a:sym typeface="Century Gothic"/>
              </a:endParaRPr>
            </a:p>
            <a:p>
              <a:pPr marL="0" lvl="0" indent="0" algn="ctr" rtl="0">
                <a:spcBef>
                  <a:spcPts val="0"/>
                </a:spcBef>
                <a:spcAft>
                  <a:spcPts val="0"/>
                </a:spcAft>
                <a:buNone/>
              </a:pPr>
              <a:r>
                <a:rPr lang="en" sz="800" b="1">
                  <a:solidFill>
                    <a:schemeClr val="lt1"/>
                  </a:solidFill>
                  <a:latin typeface="Century Gothic"/>
                  <a:ea typeface="Century Gothic"/>
                  <a:cs typeface="Century Gothic"/>
                  <a:sym typeface="Century Gothic"/>
                </a:rPr>
                <a:t>Model Deployment</a:t>
              </a:r>
              <a:endParaRPr sz="800" b="1">
                <a:solidFill>
                  <a:schemeClr val="lt1"/>
                </a:solidFill>
                <a:latin typeface="Century Gothic"/>
                <a:ea typeface="Century Gothic"/>
                <a:cs typeface="Century Gothic"/>
                <a:sym typeface="Century Gothic"/>
              </a:endParaRPr>
            </a:p>
          </p:txBody>
        </p:sp>
        <p:sp>
          <p:nvSpPr>
            <p:cNvPr id="397" name="Google Shape;397;p37"/>
            <p:cNvSpPr/>
            <p:nvPr/>
          </p:nvSpPr>
          <p:spPr>
            <a:xfrm>
              <a:off x="4834217" y="232300"/>
              <a:ext cx="1305600" cy="1251300"/>
            </a:xfrm>
            <a:prstGeom prst="ellipse">
              <a:avLst/>
            </a:prstGeom>
            <a:solidFill>
              <a:srgbClr val="211C21"/>
            </a:solidFill>
            <a:ln w="9525" cap="flat" cmpd="sng">
              <a:solidFill>
                <a:srgbClr val="EE52A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Century Gothic"/>
                  <a:ea typeface="Century Gothic"/>
                  <a:cs typeface="Century Gothic"/>
                  <a:sym typeface="Century Gothic"/>
                </a:rPr>
                <a:t>1</a:t>
              </a:r>
              <a:endParaRPr sz="1300" b="1">
                <a:solidFill>
                  <a:schemeClr val="lt1"/>
                </a:solidFill>
                <a:latin typeface="Century Gothic"/>
                <a:ea typeface="Century Gothic"/>
                <a:cs typeface="Century Gothic"/>
                <a:sym typeface="Century Gothic"/>
              </a:endParaRPr>
            </a:p>
            <a:p>
              <a:pPr marL="0" lvl="0" indent="0" algn="ctr" rtl="0">
                <a:spcBef>
                  <a:spcPts val="0"/>
                </a:spcBef>
                <a:spcAft>
                  <a:spcPts val="0"/>
                </a:spcAft>
                <a:buNone/>
              </a:pPr>
              <a:r>
                <a:rPr lang="en" sz="800" b="1">
                  <a:solidFill>
                    <a:schemeClr val="lt1"/>
                  </a:solidFill>
                  <a:latin typeface="Century Gothic"/>
                  <a:ea typeface="Century Gothic"/>
                  <a:cs typeface="Century Gothic"/>
                  <a:sym typeface="Century Gothic"/>
                </a:rPr>
                <a:t>Business Understanding</a:t>
              </a:r>
              <a:endParaRPr sz="800" b="1">
                <a:solidFill>
                  <a:schemeClr val="lt1"/>
                </a:solidFill>
                <a:latin typeface="Century Gothic"/>
                <a:ea typeface="Century Gothic"/>
                <a:cs typeface="Century Gothic"/>
                <a:sym typeface="Century Gothic"/>
              </a:endParaRPr>
            </a:p>
          </p:txBody>
        </p:sp>
        <p:sp>
          <p:nvSpPr>
            <p:cNvPr id="398" name="Google Shape;398;p37"/>
            <p:cNvSpPr/>
            <p:nvPr/>
          </p:nvSpPr>
          <p:spPr>
            <a:xfrm>
              <a:off x="5604209" y="1946114"/>
              <a:ext cx="1305600" cy="1251300"/>
            </a:xfrm>
            <a:prstGeom prst="ellipse">
              <a:avLst/>
            </a:prstGeom>
            <a:solidFill>
              <a:srgbClr val="211C21"/>
            </a:solidFill>
            <a:ln w="9525" cap="flat" cmpd="sng">
              <a:solidFill>
                <a:srgbClr val="EE52A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Century Gothic"/>
                  <a:ea typeface="Century Gothic"/>
                  <a:cs typeface="Century Gothic"/>
                  <a:sym typeface="Century Gothic"/>
                </a:rPr>
                <a:t>2</a:t>
              </a:r>
              <a:endParaRPr sz="1300" b="1">
                <a:solidFill>
                  <a:schemeClr val="lt1"/>
                </a:solidFill>
                <a:latin typeface="Century Gothic"/>
                <a:ea typeface="Century Gothic"/>
                <a:cs typeface="Century Gothic"/>
                <a:sym typeface="Century Gothic"/>
              </a:endParaRPr>
            </a:p>
            <a:p>
              <a:pPr marL="0" lvl="0" indent="0" algn="ctr" rtl="0">
                <a:spcBef>
                  <a:spcPts val="0"/>
                </a:spcBef>
                <a:spcAft>
                  <a:spcPts val="0"/>
                </a:spcAft>
                <a:buNone/>
              </a:pPr>
              <a:r>
                <a:rPr lang="en" sz="800" b="1">
                  <a:solidFill>
                    <a:schemeClr val="lt1"/>
                  </a:solidFill>
                  <a:latin typeface="Century Gothic"/>
                  <a:ea typeface="Century Gothic"/>
                  <a:cs typeface="Century Gothic"/>
                  <a:sym typeface="Century Gothic"/>
                </a:rPr>
                <a:t>Data Preparation</a:t>
              </a:r>
              <a:endParaRPr sz="800" b="1">
                <a:solidFill>
                  <a:schemeClr val="lt1"/>
                </a:solidFill>
                <a:latin typeface="Century Gothic"/>
                <a:ea typeface="Century Gothic"/>
                <a:cs typeface="Century Gothic"/>
                <a:sym typeface="Century Gothic"/>
              </a:endParaRPr>
            </a:p>
          </p:txBody>
        </p:sp>
        <p:sp>
          <p:nvSpPr>
            <p:cNvPr id="399" name="Google Shape;399;p37"/>
            <p:cNvSpPr/>
            <p:nvPr/>
          </p:nvSpPr>
          <p:spPr>
            <a:xfrm>
              <a:off x="2157988" y="1946114"/>
              <a:ext cx="1305600" cy="1251300"/>
            </a:xfrm>
            <a:prstGeom prst="ellipse">
              <a:avLst/>
            </a:prstGeom>
            <a:solidFill>
              <a:srgbClr val="211C21"/>
            </a:solidFill>
            <a:ln w="9525" cap="flat" cmpd="sng">
              <a:solidFill>
                <a:srgbClr val="EE52A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Century Gothic"/>
                  <a:ea typeface="Century Gothic"/>
                  <a:cs typeface="Century Gothic"/>
                  <a:sym typeface="Century Gothic"/>
                </a:rPr>
                <a:t>5</a:t>
              </a:r>
              <a:endParaRPr sz="1300" b="1">
                <a:solidFill>
                  <a:schemeClr val="lt1"/>
                </a:solidFill>
                <a:latin typeface="Century Gothic"/>
                <a:ea typeface="Century Gothic"/>
                <a:cs typeface="Century Gothic"/>
                <a:sym typeface="Century Gothic"/>
              </a:endParaRPr>
            </a:p>
            <a:p>
              <a:pPr marL="0" lvl="0" indent="0" algn="ctr" rtl="0">
                <a:spcBef>
                  <a:spcPts val="0"/>
                </a:spcBef>
                <a:spcAft>
                  <a:spcPts val="0"/>
                </a:spcAft>
                <a:buNone/>
              </a:pPr>
              <a:r>
                <a:rPr lang="en" sz="800" b="1">
                  <a:solidFill>
                    <a:schemeClr val="lt1"/>
                  </a:solidFill>
                  <a:latin typeface="Century Gothic"/>
                  <a:ea typeface="Century Gothic"/>
                  <a:cs typeface="Century Gothic"/>
                  <a:sym typeface="Century Gothic"/>
                </a:rPr>
                <a:t>Model Evaluation</a:t>
              </a:r>
              <a:endParaRPr sz="800" b="1">
                <a:solidFill>
                  <a:schemeClr val="lt1"/>
                </a:solidFill>
                <a:latin typeface="Century Gothic"/>
                <a:ea typeface="Century Gothic"/>
                <a:cs typeface="Century Gothic"/>
                <a:sym typeface="Century Gothic"/>
              </a:endParaRPr>
            </a:p>
          </p:txBody>
        </p:sp>
        <p:sp>
          <p:nvSpPr>
            <p:cNvPr id="400" name="Google Shape;400;p37"/>
            <p:cNvSpPr/>
            <p:nvPr/>
          </p:nvSpPr>
          <p:spPr>
            <a:xfrm>
              <a:off x="2895162" y="3659903"/>
              <a:ext cx="1305600" cy="1251300"/>
            </a:xfrm>
            <a:prstGeom prst="ellipse">
              <a:avLst/>
            </a:prstGeom>
            <a:solidFill>
              <a:srgbClr val="211C21"/>
            </a:solidFill>
            <a:ln w="9525" cap="flat" cmpd="sng">
              <a:solidFill>
                <a:srgbClr val="EE52A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Century Gothic"/>
                  <a:ea typeface="Century Gothic"/>
                  <a:cs typeface="Century Gothic"/>
                  <a:sym typeface="Century Gothic"/>
                </a:rPr>
                <a:t>4</a:t>
              </a:r>
              <a:endParaRPr sz="1300" b="1">
                <a:solidFill>
                  <a:schemeClr val="lt1"/>
                </a:solidFill>
                <a:latin typeface="Century Gothic"/>
                <a:ea typeface="Century Gothic"/>
                <a:cs typeface="Century Gothic"/>
                <a:sym typeface="Century Gothic"/>
              </a:endParaRPr>
            </a:p>
            <a:p>
              <a:pPr marL="0" lvl="0" indent="0" algn="ctr" rtl="0">
                <a:spcBef>
                  <a:spcPts val="0"/>
                </a:spcBef>
                <a:spcAft>
                  <a:spcPts val="0"/>
                </a:spcAft>
                <a:buNone/>
              </a:pPr>
              <a:r>
                <a:rPr lang="en" sz="800" b="1">
                  <a:solidFill>
                    <a:schemeClr val="lt1"/>
                  </a:solidFill>
                  <a:latin typeface="Century Gothic"/>
                  <a:ea typeface="Century Gothic"/>
                  <a:cs typeface="Century Gothic"/>
                  <a:sym typeface="Century Gothic"/>
                </a:rPr>
                <a:t>Data Modeling</a:t>
              </a:r>
              <a:endParaRPr sz="800" b="1">
                <a:solidFill>
                  <a:schemeClr val="lt1"/>
                </a:solidFill>
                <a:latin typeface="Century Gothic"/>
                <a:ea typeface="Century Gothic"/>
                <a:cs typeface="Century Gothic"/>
                <a:sym typeface="Century Gothic"/>
              </a:endParaRPr>
            </a:p>
          </p:txBody>
        </p:sp>
        <p:sp>
          <p:nvSpPr>
            <p:cNvPr id="401" name="Google Shape;401;p37"/>
            <p:cNvSpPr/>
            <p:nvPr/>
          </p:nvSpPr>
          <p:spPr>
            <a:xfrm>
              <a:off x="4834207" y="3659902"/>
              <a:ext cx="1305600" cy="1251300"/>
            </a:xfrm>
            <a:prstGeom prst="ellipse">
              <a:avLst/>
            </a:prstGeom>
            <a:solidFill>
              <a:srgbClr val="211C21"/>
            </a:solidFill>
            <a:ln w="9525" cap="flat" cmpd="sng">
              <a:solidFill>
                <a:srgbClr val="EE52A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chemeClr val="lt1"/>
                  </a:solidFill>
                  <a:latin typeface="Century Gothic"/>
                  <a:ea typeface="Century Gothic"/>
                  <a:cs typeface="Century Gothic"/>
                  <a:sym typeface="Century Gothic"/>
                </a:rPr>
                <a:t>3</a:t>
              </a:r>
              <a:endParaRPr sz="1300" b="1">
                <a:solidFill>
                  <a:schemeClr val="lt1"/>
                </a:solidFill>
                <a:latin typeface="Century Gothic"/>
                <a:ea typeface="Century Gothic"/>
                <a:cs typeface="Century Gothic"/>
                <a:sym typeface="Century Gothic"/>
              </a:endParaRPr>
            </a:p>
            <a:p>
              <a:pPr marL="0" lvl="0" indent="0" algn="ctr" rtl="0">
                <a:spcBef>
                  <a:spcPts val="0"/>
                </a:spcBef>
                <a:spcAft>
                  <a:spcPts val="0"/>
                </a:spcAft>
                <a:buNone/>
              </a:pPr>
              <a:r>
                <a:rPr lang="en" sz="800" b="1">
                  <a:solidFill>
                    <a:schemeClr val="lt1"/>
                  </a:solidFill>
                  <a:latin typeface="Century Gothic"/>
                  <a:ea typeface="Century Gothic"/>
                  <a:cs typeface="Century Gothic"/>
                  <a:sym typeface="Century Gothic"/>
                </a:rPr>
                <a:t>Exploratory Data Analysis</a:t>
              </a:r>
              <a:endParaRPr sz="800" b="1">
                <a:solidFill>
                  <a:schemeClr val="lt1"/>
                </a:solidFill>
                <a:latin typeface="Century Gothic"/>
                <a:ea typeface="Century Gothic"/>
                <a:cs typeface="Century Gothic"/>
                <a:sym typeface="Century Gothic"/>
              </a:endParaRPr>
            </a:p>
          </p:txBody>
        </p:sp>
        <p:cxnSp>
          <p:nvCxnSpPr>
            <p:cNvPr id="402" name="Google Shape;402;p37"/>
            <p:cNvCxnSpPr>
              <a:stCxn id="397" idx="5"/>
              <a:endCxn id="398" idx="0"/>
            </p:cNvCxnSpPr>
            <p:nvPr/>
          </p:nvCxnSpPr>
          <p:spPr>
            <a:xfrm>
              <a:off x="5948617" y="1300351"/>
              <a:ext cx="308400" cy="645900"/>
            </a:xfrm>
            <a:prstGeom prst="straightConnector1">
              <a:avLst/>
            </a:prstGeom>
            <a:noFill/>
            <a:ln w="38100" cap="flat" cmpd="sng">
              <a:solidFill>
                <a:schemeClr val="dk2"/>
              </a:solidFill>
              <a:prstDash val="solid"/>
              <a:round/>
              <a:headEnd type="none" w="med" len="med"/>
              <a:tailEnd type="triangle" w="med" len="med"/>
            </a:ln>
          </p:spPr>
        </p:cxnSp>
        <p:cxnSp>
          <p:nvCxnSpPr>
            <p:cNvPr id="403" name="Google Shape;403;p37"/>
            <p:cNvCxnSpPr>
              <a:stCxn id="398" idx="4"/>
              <a:endCxn id="401" idx="7"/>
            </p:cNvCxnSpPr>
            <p:nvPr/>
          </p:nvCxnSpPr>
          <p:spPr>
            <a:xfrm flipH="1">
              <a:off x="5948609" y="3197414"/>
              <a:ext cx="308400" cy="645600"/>
            </a:xfrm>
            <a:prstGeom prst="straightConnector1">
              <a:avLst/>
            </a:prstGeom>
            <a:noFill/>
            <a:ln w="38100" cap="flat" cmpd="sng">
              <a:solidFill>
                <a:schemeClr val="dk2"/>
              </a:solidFill>
              <a:prstDash val="solid"/>
              <a:round/>
              <a:headEnd type="none" w="med" len="med"/>
              <a:tailEnd type="triangle" w="med" len="med"/>
            </a:ln>
          </p:spPr>
        </p:cxnSp>
        <p:cxnSp>
          <p:nvCxnSpPr>
            <p:cNvPr id="404" name="Google Shape;404;p37"/>
            <p:cNvCxnSpPr>
              <a:stCxn id="401" idx="2"/>
              <a:endCxn id="400" idx="6"/>
            </p:cNvCxnSpPr>
            <p:nvPr/>
          </p:nvCxnSpPr>
          <p:spPr>
            <a:xfrm rot="10800000">
              <a:off x="4200907" y="4285552"/>
              <a:ext cx="633300" cy="0"/>
            </a:xfrm>
            <a:prstGeom prst="straightConnector1">
              <a:avLst/>
            </a:prstGeom>
            <a:noFill/>
            <a:ln w="38100" cap="flat" cmpd="sng">
              <a:solidFill>
                <a:schemeClr val="dk2"/>
              </a:solidFill>
              <a:prstDash val="solid"/>
              <a:round/>
              <a:headEnd type="none" w="med" len="med"/>
              <a:tailEnd type="triangle" w="med" len="med"/>
            </a:ln>
          </p:spPr>
        </p:cxnSp>
        <p:cxnSp>
          <p:nvCxnSpPr>
            <p:cNvPr id="405" name="Google Shape;405;p37"/>
            <p:cNvCxnSpPr>
              <a:stCxn id="400" idx="1"/>
              <a:endCxn id="399" idx="4"/>
            </p:cNvCxnSpPr>
            <p:nvPr/>
          </p:nvCxnSpPr>
          <p:spPr>
            <a:xfrm rot="10800000">
              <a:off x="2810663" y="3197552"/>
              <a:ext cx="275700" cy="645600"/>
            </a:xfrm>
            <a:prstGeom prst="straightConnector1">
              <a:avLst/>
            </a:prstGeom>
            <a:noFill/>
            <a:ln w="38100" cap="flat" cmpd="sng">
              <a:solidFill>
                <a:schemeClr val="dk2"/>
              </a:solidFill>
              <a:prstDash val="solid"/>
              <a:round/>
              <a:headEnd type="none" w="med" len="med"/>
              <a:tailEnd type="triangle" w="med" len="med"/>
            </a:ln>
          </p:spPr>
        </p:cxnSp>
        <p:cxnSp>
          <p:nvCxnSpPr>
            <p:cNvPr id="406" name="Google Shape;406;p37"/>
            <p:cNvCxnSpPr>
              <a:stCxn id="399" idx="0"/>
              <a:endCxn id="396" idx="3"/>
            </p:cNvCxnSpPr>
            <p:nvPr/>
          </p:nvCxnSpPr>
          <p:spPr>
            <a:xfrm rot="10800000" flipH="1">
              <a:off x="2810788" y="1300214"/>
              <a:ext cx="275700" cy="645900"/>
            </a:xfrm>
            <a:prstGeom prst="straightConnector1">
              <a:avLst/>
            </a:prstGeom>
            <a:noFill/>
            <a:ln w="38100" cap="flat" cmpd="sng">
              <a:solidFill>
                <a:schemeClr val="dk2"/>
              </a:solidFill>
              <a:prstDash val="solid"/>
              <a:round/>
              <a:headEnd type="none" w="med" len="med"/>
              <a:tailEnd type="triangle" w="med" len="med"/>
            </a:ln>
          </p:spPr>
        </p:cxnSp>
        <p:cxnSp>
          <p:nvCxnSpPr>
            <p:cNvPr id="407" name="Google Shape;407;p37"/>
            <p:cNvCxnSpPr>
              <a:stCxn id="396" idx="6"/>
              <a:endCxn id="397" idx="2"/>
            </p:cNvCxnSpPr>
            <p:nvPr/>
          </p:nvCxnSpPr>
          <p:spPr>
            <a:xfrm>
              <a:off x="4200762" y="857950"/>
              <a:ext cx="633600" cy="0"/>
            </a:xfrm>
            <a:prstGeom prst="straightConnector1">
              <a:avLst/>
            </a:prstGeom>
            <a:noFill/>
            <a:ln w="38100" cap="flat" cmpd="sng">
              <a:solidFill>
                <a:schemeClr val="dk2"/>
              </a:solidFill>
              <a:prstDash val="solid"/>
              <a:round/>
              <a:headEnd type="none" w="med" len="med"/>
              <a:tailEnd type="triangle" w="med" len="med"/>
            </a:ln>
          </p:spPr>
        </p:cxnSp>
      </p:grpSp>
      <p:sp>
        <p:nvSpPr>
          <p:cNvPr id="408" name="Google Shape;408;p37"/>
          <p:cNvSpPr txBox="1">
            <a:spLocks noGrp="1"/>
          </p:cNvSpPr>
          <p:nvPr>
            <p:ph type="title"/>
          </p:nvPr>
        </p:nvSpPr>
        <p:spPr>
          <a:xfrm>
            <a:off x="866216" y="590550"/>
            <a:ext cx="2094900" cy="1200300"/>
          </a:xfrm>
          <a:prstGeom prst="rect">
            <a:avLst/>
          </a:prstGeom>
        </p:spPr>
        <p:txBody>
          <a:bodyPr spcFirstLastPara="1" wrap="square" lIns="68575" tIns="34275" rIns="68575" bIns="34275" anchor="b" anchorCtr="0">
            <a:noAutofit/>
          </a:bodyPr>
          <a:lstStyle/>
          <a:p>
            <a:pPr marL="0" lvl="0" indent="0" algn="l" rtl="0">
              <a:spcBef>
                <a:spcPts val="0"/>
              </a:spcBef>
              <a:spcAft>
                <a:spcPts val="0"/>
              </a:spcAft>
              <a:buNone/>
            </a:pPr>
            <a:r>
              <a:rPr lang="en" sz="2700"/>
              <a:t>Data Science Process</a:t>
            </a:r>
            <a:endParaRPr sz="2700"/>
          </a:p>
        </p:txBody>
      </p:sp>
      <p:sp>
        <p:nvSpPr>
          <p:cNvPr id="409" name="Google Shape;409;p37"/>
          <p:cNvSpPr txBox="1">
            <a:spLocks noGrp="1"/>
          </p:cNvSpPr>
          <p:nvPr>
            <p:ph type="body" idx="1"/>
          </p:nvPr>
        </p:nvSpPr>
        <p:spPr>
          <a:xfrm>
            <a:off x="866225" y="2328575"/>
            <a:ext cx="2350500" cy="2186400"/>
          </a:xfrm>
          <a:prstGeom prst="rect">
            <a:avLst/>
          </a:prstGeom>
          <a:noFill/>
          <a:ln>
            <a:noFill/>
          </a:ln>
        </p:spPr>
        <p:txBody>
          <a:bodyPr spcFirstLastPara="1" wrap="square" lIns="68575" tIns="34275" rIns="68575" bIns="34275" anchor="t" anchorCtr="0">
            <a:normAutofit/>
          </a:bodyPr>
          <a:lstStyle/>
          <a:p>
            <a:pPr marL="254000" lvl="0" indent="-260350" algn="l" rtl="0">
              <a:spcBef>
                <a:spcPts val="0"/>
              </a:spcBef>
              <a:spcAft>
                <a:spcPts val="0"/>
              </a:spcAft>
              <a:buSzPts val="1100"/>
              <a:buChar char="►"/>
            </a:pPr>
            <a:r>
              <a:rPr lang="en" dirty="0">
                <a:solidFill>
                  <a:srgbClr val="FFFFFF"/>
                </a:solidFill>
              </a:rPr>
              <a:t>6-steps</a:t>
            </a:r>
            <a:endParaRPr dirty="0"/>
          </a:p>
          <a:p>
            <a:pPr marL="558800" lvl="1" indent="-215900" algn="l" rtl="0">
              <a:spcBef>
                <a:spcPts val="800"/>
              </a:spcBef>
              <a:spcAft>
                <a:spcPts val="0"/>
              </a:spcAft>
              <a:buSzPts val="1000"/>
              <a:buChar char="►"/>
            </a:pPr>
            <a:r>
              <a:rPr lang="en" dirty="0">
                <a:solidFill>
                  <a:srgbClr val="FFFFFF"/>
                </a:solidFill>
              </a:rPr>
              <a:t>Iterative process</a:t>
            </a:r>
            <a:endParaRPr dirty="0"/>
          </a:p>
          <a:p>
            <a:pPr marL="254000" lvl="0" indent="-260350" algn="l" rtl="0">
              <a:spcBef>
                <a:spcPts val="800"/>
              </a:spcBef>
              <a:spcAft>
                <a:spcPts val="0"/>
              </a:spcAft>
              <a:buSzPts val="1100"/>
              <a:buChar char="►"/>
            </a:pPr>
            <a:r>
              <a:rPr lang="en" dirty="0">
                <a:solidFill>
                  <a:srgbClr val="FFFFFF"/>
                </a:solidFill>
              </a:rPr>
              <a:t>Continued maintenance and monitoring</a:t>
            </a:r>
            <a:endParaRPr dirty="0"/>
          </a:p>
          <a:p>
            <a:pPr marL="558800" lvl="1" indent="-222250" algn="l" rtl="0">
              <a:spcBef>
                <a:spcPts val="800"/>
              </a:spcBef>
              <a:spcAft>
                <a:spcPts val="0"/>
              </a:spcAft>
              <a:buSzPts val="1100"/>
              <a:buChar char="►"/>
            </a:pPr>
            <a:r>
              <a:rPr lang="en" dirty="0">
                <a:solidFill>
                  <a:schemeClr val="lt1"/>
                </a:solidFill>
              </a:rPr>
              <a:t>Think OODA-loop</a:t>
            </a:r>
            <a:endParaRPr dirty="0"/>
          </a:p>
          <a:p>
            <a:pPr marL="254000" lvl="0" indent="-190500" algn="l" rtl="0">
              <a:spcBef>
                <a:spcPts val="800"/>
              </a:spcBef>
              <a:spcAft>
                <a:spcPts val="0"/>
              </a:spcAft>
              <a:buSzPts val="1100"/>
              <a:buNone/>
            </a:pPr>
            <a:endParaRPr dirty="0">
              <a:solidFill>
                <a:srgbClr val="FFFFFF"/>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sp>
        <p:nvSpPr>
          <p:cNvPr id="414" name="Google Shape;414;p38"/>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1. Business Understanding</a:t>
            </a:r>
            <a:endParaRPr/>
          </a:p>
        </p:txBody>
      </p:sp>
      <p:sp>
        <p:nvSpPr>
          <p:cNvPr id="415" name="Google Shape;415;p38"/>
          <p:cNvSpPr txBox="1">
            <a:spLocks noGrp="1"/>
          </p:cNvSpPr>
          <p:nvPr>
            <p:ph type="body" idx="1"/>
          </p:nvPr>
        </p:nvSpPr>
        <p:spPr>
          <a:xfrm>
            <a:off x="866221" y="1952625"/>
            <a:ext cx="3981300" cy="2562300"/>
          </a:xfrm>
          <a:prstGeom prst="rect">
            <a:avLst/>
          </a:prstGeom>
        </p:spPr>
        <p:txBody>
          <a:bodyPr spcFirstLastPara="1" wrap="square" lIns="68575" tIns="34275" rIns="68575" bIns="34275" anchor="t" anchorCtr="0">
            <a:normAutofit lnSpcReduction="10000"/>
          </a:bodyPr>
          <a:lstStyle/>
          <a:p>
            <a:pPr marL="457200" lvl="0" indent="-317500" algn="l" rtl="0">
              <a:spcBef>
                <a:spcPts val="800"/>
              </a:spcBef>
              <a:spcAft>
                <a:spcPts val="0"/>
              </a:spcAft>
              <a:buSzPts val="1400"/>
              <a:buChar char="►"/>
            </a:pPr>
            <a:r>
              <a:rPr lang="en" sz="1700"/>
              <a:t>Define objectives</a:t>
            </a:r>
            <a:endParaRPr sz="1700"/>
          </a:p>
          <a:p>
            <a:pPr marL="457200" lvl="0" indent="0" algn="l" rtl="0">
              <a:spcBef>
                <a:spcPts val="800"/>
              </a:spcBef>
              <a:spcAft>
                <a:spcPts val="0"/>
              </a:spcAft>
              <a:buNone/>
            </a:pPr>
            <a:endParaRPr sz="1700"/>
          </a:p>
          <a:p>
            <a:pPr marL="457200" lvl="0" indent="-317500" algn="l" rtl="0">
              <a:spcBef>
                <a:spcPts val="800"/>
              </a:spcBef>
              <a:spcAft>
                <a:spcPts val="0"/>
              </a:spcAft>
              <a:buSzPts val="1400"/>
              <a:buChar char="►"/>
            </a:pPr>
            <a:r>
              <a:rPr lang="en" sz="1700"/>
              <a:t>Scope of the project</a:t>
            </a:r>
            <a:endParaRPr sz="1700"/>
          </a:p>
          <a:p>
            <a:pPr marL="457200" lvl="0" indent="0" algn="l" rtl="0">
              <a:spcBef>
                <a:spcPts val="800"/>
              </a:spcBef>
              <a:spcAft>
                <a:spcPts val="0"/>
              </a:spcAft>
              <a:buNone/>
            </a:pPr>
            <a:endParaRPr sz="1700"/>
          </a:p>
          <a:p>
            <a:pPr marL="457200" lvl="0" indent="-317500" algn="l" rtl="0">
              <a:spcBef>
                <a:spcPts val="800"/>
              </a:spcBef>
              <a:spcAft>
                <a:spcPts val="0"/>
              </a:spcAft>
              <a:buSzPts val="1400"/>
              <a:buChar char="►"/>
            </a:pPr>
            <a:r>
              <a:rPr lang="en" sz="1700"/>
              <a:t>Identify key metrics (KPIs)</a:t>
            </a:r>
            <a:endParaRPr sz="1700"/>
          </a:p>
          <a:p>
            <a:pPr marL="457200" lvl="0" indent="0" algn="l" rtl="0">
              <a:spcBef>
                <a:spcPts val="800"/>
              </a:spcBef>
              <a:spcAft>
                <a:spcPts val="0"/>
              </a:spcAft>
              <a:buNone/>
            </a:pPr>
            <a:endParaRPr sz="1700"/>
          </a:p>
          <a:p>
            <a:pPr marL="457200" lvl="0" indent="-317500" algn="l" rtl="0">
              <a:spcBef>
                <a:spcPts val="800"/>
              </a:spcBef>
              <a:spcAft>
                <a:spcPts val="0"/>
              </a:spcAft>
              <a:buSzPts val="1400"/>
              <a:buChar char="►"/>
            </a:pPr>
            <a:r>
              <a:rPr lang="en" sz="1700"/>
              <a:t>Gather requirements</a:t>
            </a:r>
            <a:endParaRPr sz="1700"/>
          </a:p>
        </p:txBody>
      </p:sp>
      <p:sp>
        <p:nvSpPr>
          <p:cNvPr id="416" name="Google Shape;416;p38"/>
          <p:cNvSpPr/>
          <p:nvPr/>
        </p:nvSpPr>
        <p:spPr>
          <a:xfrm>
            <a:off x="5260850" y="1917900"/>
            <a:ext cx="2471100" cy="294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pic>
        <p:nvPicPr>
          <p:cNvPr id="417" name="Google Shape;417;p38"/>
          <p:cNvPicPr preferRelativeResize="0"/>
          <p:nvPr/>
        </p:nvPicPr>
        <p:blipFill rotWithShape="1">
          <a:blip r:embed="rId3">
            <a:alphaModFix/>
          </a:blip>
          <a:srcRect l="14325" r="14332" b="7927"/>
          <a:stretch/>
        </p:blipFill>
        <p:spPr>
          <a:xfrm>
            <a:off x="5118850" y="1849550"/>
            <a:ext cx="2471100" cy="28749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p39"/>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2. Data Preparation</a:t>
            </a:r>
            <a:endParaRPr/>
          </a:p>
        </p:txBody>
      </p:sp>
      <p:sp>
        <p:nvSpPr>
          <p:cNvPr id="423" name="Google Shape;423;p39"/>
          <p:cNvSpPr txBox="1">
            <a:spLocks noGrp="1"/>
          </p:cNvSpPr>
          <p:nvPr>
            <p:ph type="body" idx="1"/>
          </p:nvPr>
        </p:nvSpPr>
        <p:spPr>
          <a:xfrm>
            <a:off x="2244150" y="4735200"/>
            <a:ext cx="4655700" cy="408300"/>
          </a:xfrm>
          <a:prstGeom prst="rect">
            <a:avLst/>
          </a:prstGeom>
        </p:spPr>
        <p:txBody>
          <a:bodyPr spcFirstLastPara="1" wrap="square" lIns="68575" tIns="34275" rIns="68575" bIns="34275" anchor="t" anchorCtr="0">
            <a:normAutofit lnSpcReduction="10000"/>
          </a:bodyPr>
          <a:lstStyle/>
          <a:p>
            <a:pPr marL="0" lvl="0" indent="0" algn="ctr" rtl="0">
              <a:spcBef>
                <a:spcPts val="800"/>
              </a:spcBef>
              <a:spcAft>
                <a:spcPts val="0"/>
              </a:spcAft>
              <a:buNone/>
            </a:pPr>
            <a:r>
              <a:rPr lang="en" sz="1700"/>
              <a:t>Source, Clean, Transform, and Integrate</a:t>
            </a:r>
            <a:endParaRPr sz="1700"/>
          </a:p>
        </p:txBody>
      </p:sp>
      <p:pic>
        <p:nvPicPr>
          <p:cNvPr id="424" name="Google Shape;424;p39"/>
          <p:cNvPicPr preferRelativeResize="0"/>
          <p:nvPr/>
        </p:nvPicPr>
        <p:blipFill>
          <a:blip r:embed="rId3">
            <a:alphaModFix/>
          </a:blip>
          <a:stretch>
            <a:fillRect/>
          </a:stretch>
        </p:blipFill>
        <p:spPr>
          <a:xfrm>
            <a:off x="3167325" y="1733563"/>
            <a:ext cx="2809340" cy="2916875"/>
          </a:xfrm>
          <a:prstGeom prst="rect">
            <a:avLst/>
          </a:prstGeom>
          <a:noFill/>
          <a:ln>
            <a:noFill/>
          </a:ln>
        </p:spPr>
      </p:pic>
      <p:sp>
        <p:nvSpPr>
          <p:cNvPr id="425" name="Google Shape;425;p39"/>
          <p:cNvSpPr txBox="1"/>
          <p:nvPr/>
        </p:nvSpPr>
        <p:spPr>
          <a:xfrm>
            <a:off x="6698125" y="2799225"/>
            <a:ext cx="1826700" cy="174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4800" b="1" u="sng">
                <a:solidFill>
                  <a:srgbClr val="212121"/>
                </a:solidFill>
                <a:latin typeface="Century Gothic"/>
                <a:ea typeface="Century Gothic"/>
                <a:cs typeface="Century Gothic"/>
                <a:sym typeface="Century Gothic"/>
              </a:rPr>
              <a:t>~80%</a:t>
            </a:r>
            <a:endParaRPr sz="4800" b="1" u="sng">
              <a:solidFill>
                <a:srgbClr val="212121"/>
              </a:solidFill>
              <a:latin typeface="Century Gothic"/>
              <a:ea typeface="Century Gothic"/>
              <a:cs typeface="Century Gothic"/>
              <a:sym typeface="Century Gothi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p:sp>
        <p:nvSpPr>
          <p:cNvPr id="430" name="Google Shape;430;p40"/>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3. Exploratory Data Analysis (EDA)</a:t>
            </a:r>
            <a:endParaRPr/>
          </a:p>
        </p:txBody>
      </p:sp>
      <p:pic>
        <p:nvPicPr>
          <p:cNvPr id="431" name="Google Shape;431;p40"/>
          <p:cNvPicPr preferRelativeResize="0"/>
          <p:nvPr/>
        </p:nvPicPr>
        <p:blipFill>
          <a:blip r:embed="rId3">
            <a:alphaModFix/>
          </a:blip>
          <a:stretch>
            <a:fillRect/>
          </a:stretch>
        </p:blipFill>
        <p:spPr>
          <a:xfrm>
            <a:off x="526375" y="1813100"/>
            <a:ext cx="4576351" cy="3251951"/>
          </a:xfrm>
          <a:prstGeom prst="rect">
            <a:avLst/>
          </a:prstGeom>
          <a:noFill/>
          <a:ln>
            <a:noFill/>
          </a:ln>
        </p:spPr>
      </p:pic>
      <p:sp>
        <p:nvSpPr>
          <p:cNvPr id="432" name="Google Shape;432;p40"/>
          <p:cNvSpPr/>
          <p:nvPr/>
        </p:nvSpPr>
        <p:spPr>
          <a:xfrm>
            <a:off x="665625" y="3065925"/>
            <a:ext cx="2543700" cy="1848900"/>
          </a:xfrm>
          <a:prstGeom prst="rect">
            <a:avLst/>
          </a:prstGeom>
          <a:noFill/>
          <a:ln w="28575" cap="flat" cmpd="sng">
            <a:solidFill>
              <a:srgbClr val="EE52A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entury Gothic"/>
              <a:ea typeface="Century Gothic"/>
              <a:cs typeface="Century Gothic"/>
              <a:sym typeface="Century Gothic"/>
            </a:endParaRPr>
          </a:p>
        </p:txBody>
      </p:sp>
      <p:pic>
        <p:nvPicPr>
          <p:cNvPr id="433" name="Google Shape;433;p40"/>
          <p:cNvPicPr preferRelativeResize="0"/>
          <p:nvPr/>
        </p:nvPicPr>
        <p:blipFill>
          <a:blip r:embed="rId4">
            <a:alphaModFix/>
          </a:blip>
          <a:stretch>
            <a:fillRect/>
          </a:stretch>
        </p:blipFill>
        <p:spPr>
          <a:xfrm>
            <a:off x="5243901" y="1971101"/>
            <a:ext cx="3736473" cy="280235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41"/>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4. Data Modeling</a:t>
            </a:r>
            <a:endParaRPr/>
          </a:p>
        </p:txBody>
      </p:sp>
      <p:sp>
        <p:nvSpPr>
          <p:cNvPr id="439" name="Google Shape;439;p41"/>
          <p:cNvSpPr txBox="1">
            <a:spLocks noGrp="1"/>
          </p:cNvSpPr>
          <p:nvPr>
            <p:ph type="body" idx="1"/>
          </p:nvPr>
        </p:nvSpPr>
        <p:spPr>
          <a:xfrm>
            <a:off x="4508121" y="1975038"/>
            <a:ext cx="3981300" cy="2562300"/>
          </a:xfrm>
          <a:prstGeom prst="rect">
            <a:avLst/>
          </a:prstGeom>
        </p:spPr>
        <p:txBody>
          <a:bodyPr spcFirstLastPara="1" wrap="square" lIns="68575" tIns="34275" rIns="68575" bIns="34275" anchor="t" anchorCtr="0">
            <a:normAutofit lnSpcReduction="10000"/>
          </a:bodyPr>
          <a:lstStyle/>
          <a:p>
            <a:pPr marL="457200" lvl="0" indent="-317500" algn="l" rtl="0">
              <a:spcBef>
                <a:spcPts val="800"/>
              </a:spcBef>
              <a:spcAft>
                <a:spcPts val="0"/>
              </a:spcAft>
              <a:buSzPts val="1400"/>
              <a:buChar char="►"/>
            </a:pPr>
            <a:r>
              <a:rPr lang="en" sz="1700"/>
              <a:t>Machine learning algorithms</a:t>
            </a:r>
            <a:endParaRPr sz="1700"/>
          </a:p>
          <a:p>
            <a:pPr marL="457200" lvl="0" indent="0" algn="l" rtl="0">
              <a:spcBef>
                <a:spcPts val="800"/>
              </a:spcBef>
              <a:spcAft>
                <a:spcPts val="0"/>
              </a:spcAft>
              <a:buNone/>
            </a:pPr>
            <a:endParaRPr sz="1700"/>
          </a:p>
          <a:p>
            <a:pPr marL="457200" lvl="0" indent="-317500" algn="l" rtl="0">
              <a:spcBef>
                <a:spcPts val="800"/>
              </a:spcBef>
              <a:spcAft>
                <a:spcPts val="0"/>
              </a:spcAft>
              <a:buSzPts val="1400"/>
              <a:buChar char="►"/>
            </a:pPr>
            <a:r>
              <a:rPr lang="en" sz="1700"/>
              <a:t>Model training</a:t>
            </a:r>
            <a:endParaRPr sz="1700"/>
          </a:p>
          <a:p>
            <a:pPr marL="457200" lvl="0" indent="0" algn="l" rtl="0">
              <a:spcBef>
                <a:spcPts val="800"/>
              </a:spcBef>
              <a:spcAft>
                <a:spcPts val="0"/>
              </a:spcAft>
              <a:buNone/>
            </a:pPr>
            <a:endParaRPr sz="1700"/>
          </a:p>
          <a:p>
            <a:pPr marL="457200" lvl="0" indent="-317500" algn="l" rtl="0">
              <a:spcBef>
                <a:spcPts val="800"/>
              </a:spcBef>
              <a:spcAft>
                <a:spcPts val="0"/>
              </a:spcAft>
              <a:buSzPts val="1400"/>
              <a:buChar char="►"/>
            </a:pPr>
            <a:r>
              <a:rPr lang="en" sz="1700"/>
              <a:t>Parameter tuning</a:t>
            </a:r>
            <a:endParaRPr sz="1700"/>
          </a:p>
          <a:p>
            <a:pPr marL="457200" lvl="0" indent="0" algn="l" rtl="0">
              <a:spcBef>
                <a:spcPts val="800"/>
              </a:spcBef>
              <a:spcAft>
                <a:spcPts val="0"/>
              </a:spcAft>
              <a:buNone/>
            </a:pPr>
            <a:endParaRPr sz="1700"/>
          </a:p>
          <a:p>
            <a:pPr marL="457200" lvl="0" indent="-317500" algn="l" rtl="0">
              <a:spcBef>
                <a:spcPts val="800"/>
              </a:spcBef>
              <a:spcAft>
                <a:spcPts val="0"/>
              </a:spcAft>
              <a:buSzPts val="1400"/>
              <a:buChar char="►"/>
            </a:pPr>
            <a:r>
              <a:rPr lang="en" sz="1700"/>
              <a:t>Feature Engineering</a:t>
            </a:r>
            <a:endParaRPr sz="1700"/>
          </a:p>
        </p:txBody>
      </p:sp>
      <p:pic>
        <p:nvPicPr>
          <p:cNvPr id="440" name="Google Shape;440;p41"/>
          <p:cNvPicPr preferRelativeResize="0"/>
          <p:nvPr/>
        </p:nvPicPr>
        <p:blipFill>
          <a:blip r:embed="rId3">
            <a:alphaModFix/>
          </a:blip>
          <a:stretch>
            <a:fillRect/>
          </a:stretch>
        </p:blipFill>
        <p:spPr>
          <a:xfrm>
            <a:off x="304800" y="2136238"/>
            <a:ext cx="4024021" cy="223987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42"/>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5. Model Evaluation</a:t>
            </a:r>
            <a:endParaRPr/>
          </a:p>
        </p:txBody>
      </p:sp>
      <p:pic>
        <p:nvPicPr>
          <p:cNvPr id="446" name="Google Shape;446;p42"/>
          <p:cNvPicPr preferRelativeResize="0"/>
          <p:nvPr/>
        </p:nvPicPr>
        <p:blipFill rotWithShape="1">
          <a:blip r:embed="rId3">
            <a:alphaModFix/>
          </a:blip>
          <a:srcRect r="13948"/>
          <a:stretch/>
        </p:blipFill>
        <p:spPr>
          <a:xfrm>
            <a:off x="278798" y="1913975"/>
            <a:ext cx="4013926" cy="2853000"/>
          </a:xfrm>
          <a:prstGeom prst="rect">
            <a:avLst/>
          </a:prstGeom>
          <a:noFill/>
          <a:ln w="28575" cap="flat" cmpd="sng">
            <a:solidFill>
              <a:srgbClr val="000000"/>
            </a:solidFill>
            <a:prstDash val="solid"/>
            <a:round/>
            <a:headEnd type="none" w="sm" len="sm"/>
            <a:tailEnd type="none" w="sm" len="sm"/>
          </a:ln>
        </p:spPr>
      </p:pic>
      <p:pic>
        <p:nvPicPr>
          <p:cNvPr id="447" name="Google Shape;447;p42"/>
          <p:cNvPicPr preferRelativeResize="0"/>
          <p:nvPr/>
        </p:nvPicPr>
        <p:blipFill>
          <a:blip r:embed="rId4">
            <a:alphaModFix/>
          </a:blip>
          <a:stretch>
            <a:fillRect/>
          </a:stretch>
        </p:blipFill>
        <p:spPr>
          <a:xfrm>
            <a:off x="4368913" y="1833925"/>
            <a:ext cx="4851291" cy="30130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43"/>
          <p:cNvSpPr txBox="1">
            <a:spLocks noGrp="1"/>
          </p:cNvSpPr>
          <p:nvPr>
            <p:ph type="title"/>
          </p:nvPr>
        </p:nvSpPr>
        <p:spPr>
          <a:xfrm>
            <a:off x="866216" y="730251"/>
            <a:ext cx="6619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6. Model Deployment (MLOps)</a:t>
            </a:r>
            <a:endParaRPr/>
          </a:p>
        </p:txBody>
      </p:sp>
      <p:sp>
        <p:nvSpPr>
          <p:cNvPr id="453" name="Google Shape;453;p43"/>
          <p:cNvSpPr txBox="1">
            <a:spLocks noGrp="1"/>
          </p:cNvSpPr>
          <p:nvPr>
            <p:ph type="body" idx="1"/>
          </p:nvPr>
        </p:nvSpPr>
        <p:spPr>
          <a:xfrm>
            <a:off x="866216" y="1952626"/>
            <a:ext cx="2356500" cy="432300"/>
          </a:xfrm>
          <a:prstGeom prst="rect">
            <a:avLst/>
          </a:prstGeom>
        </p:spPr>
        <p:txBody>
          <a:bodyPr spcFirstLastPara="1" wrap="square" lIns="68575" tIns="34275" rIns="68575" bIns="34275" anchor="b" anchorCtr="0">
            <a:noAutofit/>
          </a:bodyPr>
          <a:lstStyle/>
          <a:p>
            <a:pPr marL="0" lvl="0" indent="0" algn="l" rtl="0">
              <a:spcBef>
                <a:spcPts val="800"/>
              </a:spcBef>
              <a:spcAft>
                <a:spcPts val="0"/>
              </a:spcAft>
              <a:buNone/>
            </a:pPr>
            <a:r>
              <a:rPr lang="en"/>
              <a:t>Implementation</a:t>
            </a:r>
            <a:endParaRPr/>
          </a:p>
        </p:txBody>
      </p:sp>
      <p:sp>
        <p:nvSpPr>
          <p:cNvPr id="454" name="Google Shape;454;p43"/>
          <p:cNvSpPr txBox="1">
            <a:spLocks noGrp="1"/>
          </p:cNvSpPr>
          <p:nvPr>
            <p:ph type="body" idx="2"/>
          </p:nvPr>
        </p:nvSpPr>
        <p:spPr>
          <a:xfrm>
            <a:off x="866215" y="2384823"/>
            <a:ext cx="2356500" cy="2135400"/>
          </a:xfrm>
          <a:prstGeom prst="rect">
            <a:avLst/>
          </a:prstGeom>
        </p:spPr>
        <p:txBody>
          <a:bodyPr spcFirstLastPara="1" wrap="square" lIns="68575" tIns="34275" rIns="68575" bIns="34275" anchor="t" anchorCtr="0">
            <a:normAutofit/>
          </a:bodyPr>
          <a:lstStyle/>
          <a:p>
            <a:pPr marL="0" lvl="0" indent="0" algn="l" rtl="0">
              <a:spcBef>
                <a:spcPts val="800"/>
              </a:spcBef>
              <a:spcAft>
                <a:spcPts val="0"/>
              </a:spcAft>
              <a:buNone/>
            </a:pPr>
            <a:r>
              <a:rPr lang="en"/>
              <a:t>Deploy to production via automated pipelines (CI/CD)</a:t>
            </a:r>
            <a:endParaRPr/>
          </a:p>
        </p:txBody>
      </p:sp>
      <p:sp>
        <p:nvSpPr>
          <p:cNvPr id="455" name="Google Shape;455;p43"/>
          <p:cNvSpPr txBox="1">
            <a:spLocks noGrp="1"/>
          </p:cNvSpPr>
          <p:nvPr>
            <p:ph type="body" idx="3"/>
          </p:nvPr>
        </p:nvSpPr>
        <p:spPr>
          <a:xfrm>
            <a:off x="3384541" y="1952625"/>
            <a:ext cx="2360100" cy="432300"/>
          </a:xfrm>
          <a:prstGeom prst="rect">
            <a:avLst/>
          </a:prstGeom>
        </p:spPr>
        <p:txBody>
          <a:bodyPr spcFirstLastPara="1" wrap="square" lIns="68575" tIns="34275" rIns="68575" bIns="34275" anchor="b" anchorCtr="0">
            <a:noAutofit/>
          </a:bodyPr>
          <a:lstStyle/>
          <a:p>
            <a:pPr marL="0" lvl="0" indent="0" algn="l" rtl="0">
              <a:spcBef>
                <a:spcPts val="800"/>
              </a:spcBef>
              <a:spcAft>
                <a:spcPts val="0"/>
              </a:spcAft>
              <a:buNone/>
            </a:pPr>
            <a:r>
              <a:rPr lang="en"/>
              <a:t>Monitoring</a:t>
            </a:r>
            <a:endParaRPr/>
          </a:p>
        </p:txBody>
      </p:sp>
      <p:sp>
        <p:nvSpPr>
          <p:cNvPr id="456" name="Google Shape;456;p43"/>
          <p:cNvSpPr txBox="1">
            <a:spLocks noGrp="1"/>
          </p:cNvSpPr>
          <p:nvPr>
            <p:ph type="body" idx="4"/>
          </p:nvPr>
        </p:nvSpPr>
        <p:spPr>
          <a:xfrm>
            <a:off x="3384541" y="2384822"/>
            <a:ext cx="2360100" cy="2135400"/>
          </a:xfrm>
          <a:prstGeom prst="rect">
            <a:avLst/>
          </a:prstGeom>
        </p:spPr>
        <p:txBody>
          <a:bodyPr spcFirstLastPara="1" wrap="square" lIns="68575" tIns="34275" rIns="68575" bIns="34275" anchor="t" anchorCtr="0">
            <a:normAutofit/>
          </a:bodyPr>
          <a:lstStyle/>
          <a:p>
            <a:pPr marL="0" lvl="0" indent="0" algn="l" rtl="0">
              <a:spcBef>
                <a:spcPts val="800"/>
              </a:spcBef>
              <a:spcAft>
                <a:spcPts val="0"/>
              </a:spcAft>
              <a:buNone/>
            </a:pPr>
            <a:r>
              <a:rPr lang="en"/>
              <a:t>Track key metrics and identify performance degradation.</a:t>
            </a:r>
            <a:endParaRPr/>
          </a:p>
        </p:txBody>
      </p:sp>
      <p:sp>
        <p:nvSpPr>
          <p:cNvPr id="457" name="Google Shape;457;p43"/>
          <p:cNvSpPr txBox="1">
            <a:spLocks noGrp="1"/>
          </p:cNvSpPr>
          <p:nvPr>
            <p:ph type="body" idx="5"/>
          </p:nvPr>
        </p:nvSpPr>
        <p:spPr>
          <a:xfrm>
            <a:off x="5916101" y="1952626"/>
            <a:ext cx="2359500" cy="432300"/>
          </a:xfrm>
          <a:prstGeom prst="rect">
            <a:avLst/>
          </a:prstGeom>
        </p:spPr>
        <p:txBody>
          <a:bodyPr spcFirstLastPara="1" wrap="square" lIns="68575" tIns="34275" rIns="68575" bIns="34275" anchor="b" anchorCtr="0">
            <a:noAutofit/>
          </a:bodyPr>
          <a:lstStyle/>
          <a:p>
            <a:pPr marL="0" lvl="0" indent="0" algn="l" rtl="0">
              <a:spcBef>
                <a:spcPts val="800"/>
              </a:spcBef>
              <a:spcAft>
                <a:spcPts val="0"/>
              </a:spcAft>
              <a:buNone/>
            </a:pPr>
            <a:r>
              <a:rPr lang="en"/>
              <a:t>Maintenance</a:t>
            </a:r>
            <a:endParaRPr/>
          </a:p>
        </p:txBody>
      </p:sp>
      <p:sp>
        <p:nvSpPr>
          <p:cNvPr id="458" name="Google Shape;458;p43"/>
          <p:cNvSpPr txBox="1">
            <a:spLocks noGrp="1"/>
          </p:cNvSpPr>
          <p:nvPr>
            <p:ph type="body" idx="6"/>
          </p:nvPr>
        </p:nvSpPr>
        <p:spPr>
          <a:xfrm>
            <a:off x="5916247" y="2384821"/>
            <a:ext cx="2359200" cy="2135400"/>
          </a:xfrm>
          <a:prstGeom prst="rect">
            <a:avLst/>
          </a:prstGeom>
        </p:spPr>
        <p:txBody>
          <a:bodyPr spcFirstLastPara="1" wrap="square" lIns="68575" tIns="34275" rIns="68575" bIns="34275" anchor="t" anchorCtr="0">
            <a:normAutofit/>
          </a:bodyPr>
          <a:lstStyle/>
          <a:p>
            <a:pPr marL="0" lvl="0" indent="0" algn="l" rtl="0">
              <a:spcBef>
                <a:spcPts val="800"/>
              </a:spcBef>
              <a:spcAft>
                <a:spcPts val="0"/>
              </a:spcAft>
              <a:buNone/>
            </a:pPr>
            <a:r>
              <a:rPr lang="en"/>
              <a:t>Regularly update and retrain model with new data</a:t>
            </a:r>
            <a:endParaRPr/>
          </a:p>
        </p:txBody>
      </p:sp>
      <p:pic>
        <p:nvPicPr>
          <p:cNvPr id="459" name="Google Shape;459;p43"/>
          <p:cNvPicPr preferRelativeResize="0"/>
          <p:nvPr/>
        </p:nvPicPr>
        <p:blipFill>
          <a:blip r:embed="rId3">
            <a:alphaModFix/>
          </a:blip>
          <a:stretch>
            <a:fillRect/>
          </a:stretch>
        </p:blipFill>
        <p:spPr>
          <a:xfrm>
            <a:off x="866225" y="2967325"/>
            <a:ext cx="2018175" cy="2018175"/>
          </a:xfrm>
          <a:prstGeom prst="rect">
            <a:avLst/>
          </a:prstGeom>
          <a:noFill/>
          <a:ln>
            <a:noFill/>
          </a:ln>
        </p:spPr>
      </p:pic>
      <p:pic>
        <p:nvPicPr>
          <p:cNvPr id="460" name="Google Shape;460;p43"/>
          <p:cNvPicPr preferRelativeResize="0"/>
          <p:nvPr/>
        </p:nvPicPr>
        <p:blipFill>
          <a:blip r:embed="rId4">
            <a:alphaModFix/>
          </a:blip>
          <a:stretch>
            <a:fillRect/>
          </a:stretch>
        </p:blipFill>
        <p:spPr>
          <a:xfrm>
            <a:off x="3484198" y="2891125"/>
            <a:ext cx="2018175" cy="2018175"/>
          </a:xfrm>
          <a:prstGeom prst="rect">
            <a:avLst/>
          </a:prstGeom>
          <a:noFill/>
          <a:ln>
            <a:noFill/>
          </a:ln>
        </p:spPr>
      </p:pic>
      <p:pic>
        <p:nvPicPr>
          <p:cNvPr id="461" name="Google Shape;461;p43"/>
          <p:cNvPicPr preferRelativeResize="0"/>
          <p:nvPr/>
        </p:nvPicPr>
        <p:blipFill>
          <a:blip r:embed="rId5">
            <a:alphaModFix/>
          </a:blip>
          <a:stretch>
            <a:fillRect/>
          </a:stretch>
        </p:blipFill>
        <p:spPr>
          <a:xfrm>
            <a:off x="5982674" y="2967324"/>
            <a:ext cx="2018175" cy="20181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pic>
        <p:nvPicPr>
          <p:cNvPr id="389" name="Google Shape;389;p36"/>
          <p:cNvPicPr preferRelativeResize="0"/>
          <p:nvPr/>
        </p:nvPicPr>
        <p:blipFill>
          <a:blip r:embed="rId3">
            <a:alphaModFix/>
          </a:blip>
          <a:stretch>
            <a:fillRect/>
          </a:stretch>
        </p:blipFill>
        <p:spPr>
          <a:xfrm>
            <a:off x="2616950" y="191650"/>
            <a:ext cx="3629027" cy="4838702"/>
          </a:xfrm>
          <a:prstGeom prst="rect">
            <a:avLst/>
          </a:prstGeom>
          <a:noFill/>
          <a:ln>
            <a:noFill/>
          </a:ln>
        </p:spPr>
      </p:pic>
    </p:spTree>
    <p:extLst>
      <p:ext uri="{BB962C8B-B14F-4D97-AF65-F5344CB8AC3E}">
        <p14:creationId xmlns:p14="http://schemas.microsoft.com/office/powerpoint/2010/main" val="27470952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sp>
        <p:nvSpPr>
          <p:cNvPr id="466" name="Google Shape;466;p44"/>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Data Science Tools</a:t>
            </a:r>
            <a:endParaRPr/>
          </a:p>
        </p:txBody>
      </p:sp>
      <p:pic>
        <p:nvPicPr>
          <p:cNvPr id="467" name="Google Shape;467;p44"/>
          <p:cNvPicPr preferRelativeResize="0"/>
          <p:nvPr/>
        </p:nvPicPr>
        <p:blipFill>
          <a:blip r:embed="rId3">
            <a:alphaModFix/>
          </a:blip>
          <a:stretch>
            <a:fillRect/>
          </a:stretch>
        </p:blipFill>
        <p:spPr>
          <a:xfrm>
            <a:off x="6527450" y="1716476"/>
            <a:ext cx="1646125" cy="1710570"/>
          </a:xfrm>
          <a:prstGeom prst="rect">
            <a:avLst/>
          </a:prstGeom>
          <a:noFill/>
          <a:ln>
            <a:noFill/>
          </a:ln>
        </p:spPr>
      </p:pic>
      <p:pic>
        <p:nvPicPr>
          <p:cNvPr id="468" name="Google Shape;468;p44"/>
          <p:cNvPicPr preferRelativeResize="0"/>
          <p:nvPr/>
        </p:nvPicPr>
        <p:blipFill>
          <a:blip r:embed="rId4">
            <a:alphaModFix/>
          </a:blip>
          <a:stretch>
            <a:fillRect/>
          </a:stretch>
        </p:blipFill>
        <p:spPr>
          <a:xfrm>
            <a:off x="4362146" y="1716463"/>
            <a:ext cx="1571380" cy="1710577"/>
          </a:xfrm>
          <a:prstGeom prst="rect">
            <a:avLst/>
          </a:prstGeom>
          <a:noFill/>
          <a:ln>
            <a:noFill/>
          </a:ln>
        </p:spPr>
      </p:pic>
      <p:pic>
        <p:nvPicPr>
          <p:cNvPr id="469" name="Google Shape;469;p44" descr="Python icon - Free download on Iconfinder"/>
          <p:cNvPicPr preferRelativeResize="0"/>
          <p:nvPr/>
        </p:nvPicPr>
        <p:blipFill>
          <a:blip r:embed="rId5">
            <a:alphaModFix/>
          </a:blip>
          <a:stretch>
            <a:fillRect/>
          </a:stretch>
        </p:blipFill>
        <p:spPr>
          <a:xfrm>
            <a:off x="5418075" y="3427062"/>
            <a:ext cx="1646125" cy="1710570"/>
          </a:xfrm>
          <a:prstGeom prst="rect">
            <a:avLst/>
          </a:prstGeom>
          <a:noFill/>
          <a:ln>
            <a:noFill/>
          </a:ln>
        </p:spPr>
      </p:pic>
      <p:pic>
        <p:nvPicPr>
          <p:cNvPr id="470" name="Google Shape;470;p44"/>
          <p:cNvPicPr preferRelativeResize="0"/>
          <p:nvPr/>
        </p:nvPicPr>
        <p:blipFill>
          <a:blip r:embed="rId6">
            <a:alphaModFix/>
          </a:blip>
          <a:stretch>
            <a:fillRect/>
          </a:stretch>
        </p:blipFill>
        <p:spPr>
          <a:xfrm>
            <a:off x="866225" y="1693738"/>
            <a:ext cx="3141025" cy="31410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45"/>
          <p:cNvSpPr txBox="1">
            <a:spLocks noGrp="1"/>
          </p:cNvSpPr>
          <p:nvPr>
            <p:ph type="title"/>
          </p:nvPr>
        </p:nvSpPr>
        <p:spPr>
          <a:xfrm>
            <a:off x="866216" y="1778000"/>
            <a:ext cx="6619200" cy="1366800"/>
          </a:xfrm>
          <a:prstGeom prst="rect">
            <a:avLst/>
          </a:prstGeom>
        </p:spPr>
        <p:txBody>
          <a:bodyPr spcFirstLastPara="1" wrap="square" lIns="68575" tIns="34275" rIns="68575" bIns="34275" anchor="b" anchorCtr="0">
            <a:noAutofit/>
          </a:bodyPr>
          <a:lstStyle/>
          <a:p>
            <a:pPr marL="0" lvl="0" indent="0" algn="l" rtl="0">
              <a:spcBef>
                <a:spcPts val="0"/>
              </a:spcBef>
              <a:spcAft>
                <a:spcPts val="0"/>
              </a:spcAft>
              <a:buNone/>
            </a:pPr>
            <a:r>
              <a:rPr lang="en"/>
              <a:t>What is Python?</a:t>
            </a:r>
            <a:endParaRPr/>
          </a:p>
        </p:txBody>
      </p:sp>
      <p:sp>
        <p:nvSpPr>
          <p:cNvPr id="476" name="Google Shape;476;p45"/>
          <p:cNvSpPr txBox="1">
            <a:spLocks noGrp="1"/>
          </p:cNvSpPr>
          <p:nvPr>
            <p:ph type="body" idx="1"/>
          </p:nvPr>
        </p:nvSpPr>
        <p:spPr>
          <a:xfrm>
            <a:off x="866216" y="3768725"/>
            <a:ext cx="6619200" cy="645300"/>
          </a:xfrm>
          <a:prstGeom prst="rect">
            <a:avLst/>
          </a:prstGeom>
        </p:spPr>
        <p:txBody>
          <a:bodyPr spcFirstLastPara="1" wrap="square" lIns="68575" tIns="34275" rIns="68575" bIns="34275" anchor="t" anchorCtr="0">
            <a:normAutofit/>
          </a:bodyPr>
          <a:lstStyle/>
          <a:p>
            <a:pPr marL="0" lvl="0" indent="0" algn="l" rtl="0">
              <a:spcBef>
                <a:spcPts val="80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46"/>
          <p:cNvSpPr txBox="1">
            <a:spLocks noGrp="1"/>
          </p:cNvSpPr>
          <p:nvPr>
            <p:ph type="title"/>
          </p:nvPr>
        </p:nvSpPr>
        <p:spPr>
          <a:xfrm>
            <a:off x="866216" y="971550"/>
            <a:ext cx="2094900" cy="1200300"/>
          </a:xfrm>
          <a:prstGeom prst="rect">
            <a:avLst/>
          </a:prstGeom>
        </p:spPr>
        <p:txBody>
          <a:bodyPr spcFirstLastPara="1" wrap="square" lIns="68575" tIns="34275" rIns="68575" bIns="34275" anchor="b" anchorCtr="0">
            <a:noAutofit/>
          </a:bodyPr>
          <a:lstStyle/>
          <a:p>
            <a:pPr marL="0" lvl="0" indent="0" algn="l" rtl="0">
              <a:spcBef>
                <a:spcPts val="0"/>
              </a:spcBef>
              <a:spcAft>
                <a:spcPts val="0"/>
              </a:spcAft>
              <a:buNone/>
            </a:pPr>
            <a:r>
              <a:rPr lang="en" sz="2700"/>
              <a:t>Python</a:t>
            </a:r>
            <a:endParaRPr sz="2700"/>
          </a:p>
        </p:txBody>
      </p:sp>
      <p:sp>
        <p:nvSpPr>
          <p:cNvPr id="482" name="Google Shape;482;p46"/>
          <p:cNvSpPr txBox="1">
            <a:spLocks noGrp="1"/>
          </p:cNvSpPr>
          <p:nvPr>
            <p:ph type="body" idx="1"/>
          </p:nvPr>
        </p:nvSpPr>
        <p:spPr>
          <a:xfrm>
            <a:off x="4335850" y="1085850"/>
            <a:ext cx="3892500" cy="2273700"/>
          </a:xfrm>
          <a:prstGeom prst="rect">
            <a:avLst/>
          </a:prstGeom>
        </p:spPr>
        <p:txBody>
          <a:bodyPr spcFirstLastPara="1" wrap="square" lIns="68575" tIns="34275" rIns="68575" bIns="34275" anchor="ctr" anchorCtr="0">
            <a:normAutofit fontScale="92500" lnSpcReduction="10000"/>
          </a:bodyPr>
          <a:lstStyle/>
          <a:p>
            <a:pPr marL="0" lvl="0" indent="0" algn="l" rtl="0">
              <a:spcBef>
                <a:spcPts val="800"/>
              </a:spcBef>
              <a:spcAft>
                <a:spcPts val="0"/>
              </a:spcAft>
              <a:buNone/>
            </a:pPr>
            <a:r>
              <a:rPr lang="en"/>
              <a:t>A versatile programming language used for various applications:</a:t>
            </a:r>
            <a:br>
              <a:rPr lang="en"/>
            </a:br>
            <a:endParaRPr/>
          </a:p>
          <a:p>
            <a:pPr marL="457200" lvl="0" indent="-298450" algn="l" rtl="0">
              <a:spcBef>
                <a:spcPts val="800"/>
              </a:spcBef>
              <a:spcAft>
                <a:spcPts val="0"/>
              </a:spcAft>
              <a:buSzPts val="1100"/>
              <a:buChar char="►"/>
            </a:pPr>
            <a:r>
              <a:rPr lang="en"/>
              <a:t>Data Science</a:t>
            </a:r>
            <a:endParaRPr/>
          </a:p>
          <a:p>
            <a:pPr marL="457200" lvl="0" indent="-298450" algn="l" rtl="0">
              <a:spcBef>
                <a:spcPts val="0"/>
              </a:spcBef>
              <a:spcAft>
                <a:spcPts val="0"/>
              </a:spcAft>
              <a:buSzPts val="1100"/>
              <a:buChar char="►"/>
            </a:pPr>
            <a:r>
              <a:rPr lang="en"/>
              <a:t>Web Development</a:t>
            </a:r>
            <a:endParaRPr/>
          </a:p>
          <a:p>
            <a:pPr marL="457200" lvl="0" indent="-298450" algn="l" rtl="0">
              <a:spcBef>
                <a:spcPts val="0"/>
              </a:spcBef>
              <a:spcAft>
                <a:spcPts val="0"/>
              </a:spcAft>
              <a:buSzPts val="1100"/>
              <a:buChar char="►"/>
            </a:pPr>
            <a:r>
              <a:rPr lang="en"/>
              <a:t>Automation</a:t>
            </a:r>
            <a:endParaRPr/>
          </a:p>
          <a:p>
            <a:pPr marL="457200" lvl="0" indent="-298450" algn="l" rtl="0">
              <a:spcBef>
                <a:spcPts val="0"/>
              </a:spcBef>
              <a:spcAft>
                <a:spcPts val="0"/>
              </a:spcAft>
              <a:buSzPts val="1100"/>
              <a:buChar char="►"/>
            </a:pPr>
            <a:r>
              <a:rPr lang="en"/>
              <a:t>Scripting</a:t>
            </a:r>
            <a:br>
              <a:rPr lang="en"/>
            </a:br>
            <a:endParaRPr/>
          </a:p>
          <a:p>
            <a:pPr marL="0" lvl="0" indent="0" algn="l" rtl="0">
              <a:spcBef>
                <a:spcPts val="800"/>
              </a:spcBef>
              <a:spcAft>
                <a:spcPts val="0"/>
              </a:spcAft>
              <a:buNone/>
            </a:pPr>
            <a:r>
              <a:rPr lang="en"/>
              <a:t>Requires an Integrated Development Environment (IDE).</a:t>
            </a:r>
            <a:endParaRPr/>
          </a:p>
        </p:txBody>
      </p:sp>
      <p:sp>
        <p:nvSpPr>
          <p:cNvPr id="483" name="Google Shape;483;p46"/>
          <p:cNvSpPr txBox="1">
            <a:spLocks noGrp="1"/>
          </p:cNvSpPr>
          <p:nvPr>
            <p:ph type="body" idx="2"/>
          </p:nvPr>
        </p:nvSpPr>
        <p:spPr>
          <a:xfrm>
            <a:off x="866216" y="2346960"/>
            <a:ext cx="2094900" cy="2171700"/>
          </a:xfrm>
          <a:prstGeom prst="rect">
            <a:avLst/>
          </a:prstGeom>
        </p:spPr>
        <p:txBody>
          <a:bodyPr spcFirstLastPara="1" wrap="square" lIns="68575" tIns="34275" rIns="68575" bIns="34275" anchor="t" anchorCtr="0">
            <a:normAutofit/>
          </a:bodyPr>
          <a:lstStyle/>
          <a:p>
            <a:pPr marL="0" lvl="0" indent="0" algn="l" rtl="0">
              <a:spcBef>
                <a:spcPts val="800"/>
              </a:spcBef>
              <a:spcAft>
                <a:spcPts val="0"/>
              </a:spcAft>
              <a:buNone/>
            </a:pPr>
            <a:endParaRPr/>
          </a:p>
        </p:txBody>
      </p:sp>
      <p:pic>
        <p:nvPicPr>
          <p:cNvPr id="484" name="Google Shape;484;p46" descr="Python icon - Free download on Iconfinder"/>
          <p:cNvPicPr preferRelativeResize="0"/>
          <p:nvPr/>
        </p:nvPicPr>
        <p:blipFill>
          <a:blip r:embed="rId3">
            <a:alphaModFix/>
          </a:blip>
          <a:stretch>
            <a:fillRect/>
          </a:stretch>
        </p:blipFill>
        <p:spPr>
          <a:xfrm>
            <a:off x="866225" y="2346950"/>
            <a:ext cx="2094900" cy="2094900"/>
          </a:xfrm>
          <a:prstGeom prst="rect">
            <a:avLst/>
          </a:prstGeom>
          <a:noFill/>
          <a:ln>
            <a:noFill/>
          </a:ln>
        </p:spPr>
      </p:pic>
      <p:pic>
        <p:nvPicPr>
          <p:cNvPr id="485" name="Google Shape;485;p46"/>
          <p:cNvPicPr preferRelativeResize="0"/>
          <p:nvPr/>
        </p:nvPicPr>
        <p:blipFill>
          <a:blip r:embed="rId4">
            <a:alphaModFix/>
          </a:blip>
          <a:stretch>
            <a:fillRect/>
          </a:stretch>
        </p:blipFill>
        <p:spPr>
          <a:xfrm>
            <a:off x="5261900" y="3642000"/>
            <a:ext cx="940200" cy="940200"/>
          </a:xfrm>
          <a:prstGeom prst="rect">
            <a:avLst/>
          </a:prstGeom>
          <a:noFill/>
          <a:ln>
            <a:noFill/>
          </a:ln>
        </p:spPr>
      </p:pic>
      <p:pic>
        <p:nvPicPr>
          <p:cNvPr id="486" name="Google Shape;486;p46"/>
          <p:cNvPicPr preferRelativeResize="0"/>
          <p:nvPr/>
        </p:nvPicPr>
        <p:blipFill>
          <a:blip r:embed="rId5">
            <a:alphaModFix/>
          </a:blip>
          <a:stretch>
            <a:fillRect/>
          </a:stretch>
        </p:blipFill>
        <p:spPr>
          <a:xfrm>
            <a:off x="4056245" y="3511950"/>
            <a:ext cx="1205659" cy="1200300"/>
          </a:xfrm>
          <a:prstGeom prst="rect">
            <a:avLst/>
          </a:prstGeom>
          <a:noFill/>
          <a:ln>
            <a:noFill/>
          </a:ln>
        </p:spPr>
      </p:pic>
      <p:pic>
        <p:nvPicPr>
          <p:cNvPr id="487" name="Google Shape;487;p46"/>
          <p:cNvPicPr preferRelativeResize="0"/>
          <p:nvPr/>
        </p:nvPicPr>
        <p:blipFill>
          <a:blip r:embed="rId6">
            <a:alphaModFix/>
          </a:blip>
          <a:stretch>
            <a:fillRect/>
          </a:stretch>
        </p:blipFill>
        <p:spPr>
          <a:xfrm>
            <a:off x="6357025" y="3509275"/>
            <a:ext cx="1205650" cy="1205650"/>
          </a:xfrm>
          <a:prstGeom prst="rect">
            <a:avLst/>
          </a:prstGeom>
          <a:noFill/>
          <a:ln>
            <a:noFill/>
          </a:ln>
        </p:spPr>
      </p:pic>
      <p:pic>
        <p:nvPicPr>
          <p:cNvPr id="488" name="Google Shape;488;p46"/>
          <p:cNvPicPr preferRelativeResize="0"/>
          <p:nvPr/>
        </p:nvPicPr>
        <p:blipFill>
          <a:blip r:embed="rId7">
            <a:alphaModFix/>
          </a:blip>
          <a:stretch>
            <a:fillRect/>
          </a:stretch>
        </p:blipFill>
        <p:spPr>
          <a:xfrm>
            <a:off x="7717604" y="3509276"/>
            <a:ext cx="1040103" cy="1205649"/>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47"/>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Benefits of Python</a:t>
            </a:r>
            <a:endParaRPr/>
          </a:p>
        </p:txBody>
      </p:sp>
      <p:sp>
        <p:nvSpPr>
          <p:cNvPr id="494" name="Google Shape;494;p47"/>
          <p:cNvSpPr txBox="1">
            <a:spLocks noGrp="1"/>
          </p:cNvSpPr>
          <p:nvPr>
            <p:ph type="body" idx="1"/>
          </p:nvPr>
        </p:nvSpPr>
        <p:spPr>
          <a:xfrm>
            <a:off x="866216" y="1952625"/>
            <a:ext cx="6619200" cy="2562300"/>
          </a:xfrm>
          <a:prstGeom prst="rect">
            <a:avLst/>
          </a:prstGeom>
        </p:spPr>
        <p:txBody>
          <a:bodyPr spcFirstLastPara="1" wrap="square" lIns="68575" tIns="34275" rIns="68575" bIns="34275" anchor="t" anchorCtr="0">
            <a:normAutofit fontScale="77500" lnSpcReduction="20000"/>
          </a:bodyPr>
          <a:lstStyle/>
          <a:p>
            <a:pPr marL="457200" lvl="0" indent="-309562" algn="l" rtl="0">
              <a:spcBef>
                <a:spcPts val="800"/>
              </a:spcBef>
              <a:spcAft>
                <a:spcPts val="0"/>
              </a:spcAft>
              <a:buSzPct val="83333"/>
              <a:buChar char="►"/>
            </a:pPr>
            <a:r>
              <a:rPr lang="en" sz="1800" dirty="0"/>
              <a:t>Popularity and Community Support</a:t>
            </a:r>
            <a:endParaRPr sz="1800" dirty="0"/>
          </a:p>
          <a:p>
            <a:pPr marL="914400" lvl="0" indent="0" algn="l" rtl="0">
              <a:spcBef>
                <a:spcPts val="800"/>
              </a:spcBef>
              <a:spcAft>
                <a:spcPts val="0"/>
              </a:spcAft>
              <a:buNone/>
            </a:pPr>
            <a:r>
              <a:rPr lang="en" sz="1600" dirty="0"/>
              <a:t>Widespread use</a:t>
            </a:r>
            <a:endParaRPr sz="1600" dirty="0"/>
          </a:p>
          <a:p>
            <a:pPr marL="914400" lvl="0" indent="0" algn="l" rtl="0">
              <a:spcBef>
                <a:spcPts val="800"/>
              </a:spcBef>
              <a:spcAft>
                <a:spcPts val="0"/>
              </a:spcAft>
              <a:buNone/>
            </a:pPr>
            <a:r>
              <a:rPr lang="en" sz="1600" dirty="0"/>
              <a:t>Abundant resources, open-sourced</a:t>
            </a:r>
            <a:br>
              <a:rPr lang="en" sz="1600" dirty="0"/>
            </a:br>
            <a:endParaRPr sz="1600" dirty="0"/>
          </a:p>
          <a:p>
            <a:pPr marL="457200" lvl="0" indent="-309562" algn="l" rtl="0">
              <a:spcBef>
                <a:spcPts val="800"/>
              </a:spcBef>
              <a:spcAft>
                <a:spcPts val="0"/>
              </a:spcAft>
              <a:buSzPct val="83333"/>
              <a:buChar char="►"/>
            </a:pPr>
            <a:r>
              <a:rPr lang="en" sz="1800" dirty="0"/>
              <a:t>Rich ecosystem with specialized libraries</a:t>
            </a:r>
            <a:endParaRPr sz="1800" dirty="0"/>
          </a:p>
          <a:p>
            <a:pPr marL="914400" lvl="0" indent="0" algn="l" rtl="0">
              <a:spcBef>
                <a:spcPts val="800"/>
              </a:spcBef>
              <a:spcAft>
                <a:spcPts val="0"/>
              </a:spcAft>
              <a:buNone/>
            </a:pPr>
            <a:r>
              <a:rPr lang="en" sz="1600" dirty="0"/>
              <a:t>NumPy, Pandas, Matplotlib, Scikit-Learn etc.</a:t>
            </a:r>
            <a:br>
              <a:rPr lang="en" sz="1600" dirty="0"/>
            </a:br>
            <a:endParaRPr sz="1600" dirty="0"/>
          </a:p>
          <a:p>
            <a:pPr marL="457200" lvl="0" indent="-309562" algn="l" rtl="0">
              <a:spcBef>
                <a:spcPts val="800"/>
              </a:spcBef>
              <a:spcAft>
                <a:spcPts val="0"/>
              </a:spcAft>
              <a:buSzPct val="83333"/>
              <a:buChar char="►"/>
            </a:pPr>
            <a:r>
              <a:rPr lang="en" sz="1800" dirty="0"/>
              <a:t>Ease of Learning </a:t>
            </a:r>
            <a:r>
              <a:rPr lang="en" sz="1800"/>
              <a:t>and Use</a:t>
            </a:r>
            <a:endParaRPr lang="en-US" sz="1800" dirty="0"/>
          </a:p>
          <a:p>
            <a:pPr marL="914400" lvl="0" indent="0" algn="l" rtl="0">
              <a:spcBef>
                <a:spcPts val="800"/>
              </a:spcBef>
              <a:spcAft>
                <a:spcPts val="0"/>
              </a:spcAft>
              <a:buNone/>
            </a:pPr>
            <a:r>
              <a:rPr lang="en-US" sz="1600" dirty="0"/>
              <a:t>Simple syntax</a:t>
            </a:r>
          </a:p>
          <a:p>
            <a:pPr marL="914400" lvl="0" indent="0" algn="l" rtl="0">
              <a:spcBef>
                <a:spcPts val="800"/>
              </a:spcBef>
              <a:spcAft>
                <a:spcPts val="0"/>
              </a:spcAft>
              <a:buNone/>
            </a:pPr>
            <a:r>
              <a:rPr lang="en" sz="1600" dirty="0"/>
              <a:t>Versatility</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98"/>
        <p:cNvGrpSpPr/>
        <p:nvPr/>
      </p:nvGrpSpPr>
      <p:grpSpPr>
        <a:xfrm>
          <a:off x="0" y="0"/>
          <a:ext cx="0" cy="0"/>
          <a:chOff x="0" y="0"/>
          <a:chExt cx="0" cy="0"/>
        </a:xfrm>
      </p:grpSpPr>
      <p:sp>
        <p:nvSpPr>
          <p:cNvPr id="499" name="Google Shape;499;p48"/>
          <p:cNvSpPr txBox="1">
            <a:spLocks noGrp="1"/>
          </p:cNvSpPr>
          <p:nvPr>
            <p:ph type="title"/>
          </p:nvPr>
        </p:nvSpPr>
        <p:spPr>
          <a:xfrm>
            <a:off x="866216" y="730251"/>
            <a:ext cx="6571200" cy="530400"/>
          </a:xfrm>
          <a:prstGeom prst="rect">
            <a:avLst/>
          </a:prstGeom>
        </p:spPr>
        <p:txBody>
          <a:bodyPr spcFirstLastPara="1" wrap="square" lIns="68575" tIns="34275" rIns="68575" bIns="34275" anchor="ctr" anchorCtr="0">
            <a:noAutofit/>
          </a:bodyPr>
          <a:lstStyle/>
          <a:p>
            <a:pPr marL="0" lvl="0" indent="0" algn="l" rtl="0">
              <a:spcBef>
                <a:spcPts val="0"/>
              </a:spcBef>
              <a:spcAft>
                <a:spcPts val="0"/>
              </a:spcAft>
              <a:buNone/>
            </a:pPr>
            <a:r>
              <a:rPr lang="en"/>
              <a:t>Jupyter Notebooks</a:t>
            </a:r>
            <a:endParaRPr/>
          </a:p>
        </p:txBody>
      </p:sp>
      <p:pic>
        <p:nvPicPr>
          <p:cNvPr id="500" name="Google Shape;500;p48"/>
          <p:cNvPicPr preferRelativeResize="0"/>
          <p:nvPr/>
        </p:nvPicPr>
        <p:blipFill>
          <a:blip r:embed="rId3">
            <a:alphaModFix/>
          </a:blip>
          <a:stretch>
            <a:fillRect/>
          </a:stretch>
        </p:blipFill>
        <p:spPr>
          <a:xfrm>
            <a:off x="152400" y="1962126"/>
            <a:ext cx="8839201" cy="255974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dirty="0">
                <a:solidFill>
                  <a:srgbClr val="FFFFFF"/>
                </a:solidFill>
                <a:latin typeface="Century Gothic"/>
              </a:rPr>
              <a:t>How Python Sees Data</a:t>
            </a:r>
          </a:p>
        </p:txBody>
      </p:sp>
      <p:sp>
        <p:nvSpPr>
          <p:cNvPr id="3" name="TextBox 2"/>
          <p:cNvSpPr txBox="1"/>
          <p:nvPr/>
        </p:nvSpPr>
        <p:spPr>
          <a:xfrm>
            <a:off x="502920" y="1730476"/>
            <a:ext cx="6571200" cy="323165"/>
          </a:xfrm>
          <a:prstGeom prst="rect">
            <a:avLst/>
          </a:prstGeom>
          <a:noFill/>
        </p:spPr>
        <p:txBody>
          <a:bodyPr wrap="square">
            <a:spAutoFit/>
          </a:bodyPr>
          <a:lstStyle/>
          <a:p>
            <a:pPr algn="l"/>
            <a:r>
              <a:rPr sz="1500" b="1">
                <a:solidFill>
                  <a:srgbClr val="3B3059"/>
                </a:solidFill>
                <a:latin typeface="Hanken Grotesk"/>
              </a:rPr>
              <a:t>1-D — a list  (my_list = ['a','b','c','d','e'])</a:t>
            </a:r>
          </a:p>
        </p:txBody>
      </p:sp>
      <p:sp>
        <p:nvSpPr>
          <p:cNvPr id="4" name="TextBox 3"/>
          <p:cNvSpPr txBox="1"/>
          <p:nvPr/>
        </p:nvSpPr>
        <p:spPr>
          <a:xfrm>
            <a:off x="457200" y="2178532"/>
            <a:ext cx="876160" cy="261610"/>
          </a:xfrm>
          <a:prstGeom prst="rect">
            <a:avLst/>
          </a:prstGeom>
          <a:noFill/>
        </p:spPr>
        <p:txBody>
          <a:bodyPr wrap="square">
            <a:spAutoFit/>
          </a:bodyPr>
          <a:lstStyle/>
          <a:p>
            <a:pPr algn="l"/>
            <a:r>
              <a:rPr sz="1100" b="1">
                <a:solidFill>
                  <a:srgbClr val="3B3059"/>
                </a:solidFill>
                <a:latin typeface="Hanken Grotesk"/>
              </a:rPr>
              <a:t>values</a:t>
            </a:r>
          </a:p>
        </p:txBody>
      </p:sp>
      <p:sp>
        <p:nvSpPr>
          <p:cNvPr id="5" name="TextBox 4"/>
          <p:cNvSpPr txBox="1"/>
          <p:nvPr/>
        </p:nvSpPr>
        <p:spPr>
          <a:xfrm>
            <a:off x="457200" y="2617444"/>
            <a:ext cx="876160" cy="261610"/>
          </a:xfrm>
          <a:prstGeom prst="rect">
            <a:avLst/>
          </a:prstGeom>
          <a:noFill/>
        </p:spPr>
        <p:txBody>
          <a:bodyPr wrap="square">
            <a:spAutoFit/>
          </a:bodyPr>
          <a:lstStyle/>
          <a:p>
            <a:pPr algn="l"/>
            <a:r>
              <a:rPr sz="1100" b="1">
                <a:solidFill>
                  <a:srgbClr val="3B3059"/>
                </a:solidFill>
                <a:latin typeface="Hanken Grotesk"/>
              </a:rPr>
              <a:t>index</a:t>
            </a:r>
          </a:p>
        </p:txBody>
      </p:sp>
      <p:sp>
        <p:nvSpPr>
          <p:cNvPr id="6" name="Rectangle 5"/>
          <p:cNvSpPr/>
          <p:nvPr/>
        </p:nvSpPr>
        <p:spPr>
          <a:xfrm>
            <a:off x="1417320" y="2182114"/>
            <a:ext cx="744736" cy="231901"/>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400" b="1">
                <a:solidFill>
                  <a:srgbClr val="3B3059"/>
                </a:solidFill>
                <a:latin typeface="Hanken Grotesk"/>
              </a:rPr>
              <a:t>a</a:t>
            </a:r>
          </a:p>
        </p:txBody>
      </p:sp>
      <p:sp>
        <p:nvSpPr>
          <p:cNvPr id="7" name="Rectangle 6"/>
          <p:cNvSpPr/>
          <p:nvPr/>
        </p:nvSpPr>
        <p:spPr>
          <a:xfrm>
            <a:off x="1417320" y="2603266"/>
            <a:ext cx="744736" cy="194797"/>
          </a:xfrm>
          <a:prstGeom prst="rect">
            <a:avLst/>
          </a:prstGeom>
          <a:solidFill>
            <a:srgbClr val="B31166"/>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FFFFFF"/>
                </a:solidFill>
                <a:latin typeface="Hanken Grotesk"/>
              </a:rPr>
              <a:t>0</a:t>
            </a:r>
          </a:p>
        </p:txBody>
      </p:sp>
      <p:sp>
        <p:nvSpPr>
          <p:cNvPr id="8" name="Rectangle 7"/>
          <p:cNvSpPr/>
          <p:nvPr/>
        </p:nvSpPr>
        <p:spPr>
          <a:xfrm>
            <a:off x="2194560" y="2182114"/>
            <a:ext cx="744736" cy="231901"/>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400" b="1">
                <a:solidFill>
                  <a:srgbClr val="3B3059"/>
                </a:solidFill>
                <a:latin typeface="Hanken Grotesk"/>
              </a:rPr>
              <a:t>b</a:t>
            </a:r>
          </a:p>
        </p:txBody>
      </p:sp>
      <p:sp>
        <p:nvSpPr>
          <p:cNvPr id="9" name="Rectangle 8"/>
          <p:cNvSpPr/>
          <p:nvPr/>
        </p:nvSpPr>
        <p:spPr>
          <a:xfrm>
            <a:off x="2194560" y="2603266"/>
            <a:ext cx="744736" cy="194797"/>
          </a:xfrm>
          <a:prstGeom prst="rect">
            <a:avLst/>
          </a:prstGeom>
          <a:solidFill>
            <a:srgbClr val="B31166"/>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FFFFFF"/>
                </a:solidFill>
                <a:latin typeface="Hanken Grotesk"/>
              </a:rPr>
              <a:t>1</a:t>
            </a:r>
          </a:p>
        </p:txBody>
      </p:sp>
      <p:sp>
        <p:nvSpPr>
          <p:cNvPr id="10" name="Rectangle 9"/>
          <p:cNvSpPr/>
          <p:nvPr/>
        </p:nvSpPr>
        <p:spPr>
          <a:xfrm>
            <a:off x="2971800" y="2182114"/>
            <a:ext cx="744736" cy="231901"/>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400" b="1">
                <a:solidFill>
                  <a:srgbClr val="3B3059"/>
                </a:solidFill>
                <a:latin typeface="Hanken Grotesk"/>
              </a:rPr>
              <a:t>c</a:t>
            </a:r>
          </a:p>
        </p:txBody>
      </p:sp>
      <p:sp>
        <p:nvSpPr>
          <p:cNvPr id="11" name="Rectangle 10"/>
          <p:cNvSpPr/>
          <p:nvPr/>
        </p:nvSpPr>
        <p:spPr>
          <a:xfrm>
            <a:off x="2971800" y="2603266"/>
            <a:ext cx="744736" cy="194797"/>
          </a:xfrm>
          <a:prstGeom prst="rect">
            <a:avLst/>
          </a:prstGeom>
          <a:solidFill>
            <a:srgbClr val="B31166"/>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FFFFFF"/>
                </a:solidFill>
                <a:latin typeface="Hanken Grotesk"/>
              </a:rPr>
              <a:t>2</a:t>
            </a:r>
          </a:p>
        </p:txBody>
      </p:sp>
      <p:sp>
        <p:nvSpPr>
          <p:cNvPr id="12" name="Rectangle 11"/>
          <p:cNvSpPr/>
          <p:nvPr/>
        </p:nvSpPr>
        <p:spPr>
          <a:xfrm>
            <a:off x="3749039" y="2182114"/>
            <a:ext cx="744736" cy="231901"/>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400" b="1">
                <a:solidFill>
                  <a:srgbClr val="3B3059"/>
                </a:solidFill>
                <a:latin typeface="Hanken Grotesk"/>
              </a:rPr>
              <a:t>d</a:t>
            </a:r>
          </a:p>
        </p:txBody>
      </p:sp>
      <p:sp>
        <p:nvSpPr>
          <p:cNvPr id="13" name="Rectangle 12"/>
          <p:cNvSpPr/>
          <p:nvPr/>
        </p:nvSpPr>
        <p:spPr>
          <a:xfrm>
            <a:off x="3749039" y="2603266"/>
            <a:ext cx="744736" cy="194797"/>
          </a:xfrm>
          <a:prstGeom prst="rect">
            <a:avLst/>
          </a:prstGeom>
          <a:solidFill>
            <a:srgbClr val="B31166"/>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FFFFFF"/>
                </a:solidFill>
                <a:latin typeface="Hanken Grotesk"/>
              </a:rPr>
              <a:t>3</a:t>
            </a:r>
          </a:p>
        </p:txBody>
      </p:sp>
      <p:sp>
        <p:nvSpPr>
          <p:cNvPr id="14" name="Rectangle 13"/>
          <p:cNvSpPr/>
          <p:nvPr/>
        </p:nvSpPr>
        <p:spPr>
          <a:xfrm>
            <a:off x="4526280" y="2182114"/>
            <a:ext cx="744736" cy="231901"/>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400" b="1">
                <a:solidFill>
                  <a:srgbClr val="3B3059"/>
                </a:solidFill>
                <a:latin typeface="Hanken Grotesk"/>
              </a:rPr>
              <a:t>e</a:t>
            </a:r>
          </a:p>
        </p:txBody>
      </p:sp>
      <p:sp>
        <p:nvSpPr>
          <p:cNvPr id="15" name="Rectangle 14"/>
          <p:cNvSpPr/>
          <p:nvPr/>
        </p:nvSpPr>
        <p:spPr>
          <a:xfrm>
            <a:off x="4526280" y="2603266"/>
            <a:ext cx="744736" cy="194797"/>
          </a:xfrm>
          <a:prstGeom prst="rect">
            <a:avLst/>
          </a:prstGeom>
          <a:solidFill>
            <a:srgbClr val="B31166"/>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FFFFFF"/>
                </a:solidFill>
                <a:latin typeface="Hanken Grotesk"/>
              </a:rPr>
              <a:t>4</a:t>
            </a:r>
          </a:p>
        </p:txBody>
      </p:sp>
      <p:sp>
        <p:nvSpPr>
          <p:cNvPr id="16" name="TextBox 15"/>
          <p:cNvSpPr txBox="1"/>
          <p:nvPr/>
        </p:nvSpPr>
        <p:spPr>
          <a:xfrm>
            <a:off x="1417320" y="2988106"/>
            <a:ext cx="7009280" cy="276999"/>
          </a:xfrm>
          <a:prstGeom prst="rect">
            <a:avLst/>
          </a:prstGeom>
          <a:noFill/>
        </p:spPr>
        <p:txBody>
          <a:bodyPr wrap="square">
            <a:spAutoFit/>
          </a:bodyPr>
          <a:lstStyle/>
          <a:p>
            <a:pPr algn="l"/>
            <a:r>
              <a:rPr sz="1200" b="0">
                <a:solidFill>
                  <a:srgbClr val="3B3059"/>
                </a:solidFill>
                <a:latin typeface="Consolas"/>
              </a:rPr>
              <a:t>Python counts from 0:   data[0] → 'a'   data[4] → 'e'   (indexes 0–4)</a:t>
            </a:r>
          </a:p>
        </p:txBody>
      </p:sp>
      <p:sp>
        <p:nvSpPr>
          <p:cNvPr id="17" name="TextBox 16"/>
          <p:cNvSpPr txBox="1"/>
          <p:nvPr/>
        </p:nvSpPr>
        <p:spPr>
          <a:xfrm>
            <a:off x="502920" y="3266668"/>
            <a:ext cx="7885440" cy="338554"/>
          </a:xfrm>
          <a:prstGeom prst="rect">
            <a:avLst/>
          </a:prstGeom>
          <a:noFill/>
        </p:spPr>
        <p:txBody>
          <a:bodyPr wrap="square">
            <a:spAutoFit/>
          </a:bodyPr>
          <a:lstStyle/>
          <a:p>
            <a:pPr algn="l"/>
            <a:r>
              <a:rPr sz="1600" b="1">
                <a:solidFill>
                  <a:srgbClr val="3B3059"/>
                </a:solidFill>
                <a:latin typeface="Hanken Grotesk"/>
              </a:rPr>
              <a:t>2-D — rows × columns (a table / DataFrame); address a value with a[row][col]</a:t>
            </a:r>
          </a:p>
        </p:txBody>
      </p:sp>
      <p:sp>
        <p:nvSpPr>
          <p:cNvPr id="18" name="Rectangle 17"/>
          <p:cNvSpPr/>
          <p:nvPr/>
        </p:nvSpPr>
        <p:spPr>
          <a:xfrm>
            <a:off x="1920240" y="3682258"/>
            <a:ext cx="788544" cy="194797"/>
          </a:xfrm>
          <a:prstGeom prst="rect">
            <a:avLst/>
          </a:prstGeom>
          <a:solidFill>
            <a:srgbClr val="EBEBEB"/>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endParaRPr/>
          </a:p>
        </p:txBody>
      </p:sp>
      <p:sp>
        <p:nvSpPr>
          <p:cNvPr id="19" name="Rectangle 18"/>
          <p:cNvSpPr/>
          <p:nvPr/>
        </p:nvSpPr>
        <p:spPr>
          <a:xfrm>
            <a:off x="2743200" y="3682258"/>
            <a:ext cx="788544" cy="194797"/>
          </a:xfrm>
          <a:prstGeom prst="rect">
            <a:avLst/>
          </a:prstGeom>
          <a:solidFill>
            <a:srgbClr val="3B3059"/>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100" b="1">
                <a:solidFill>
                  <a:srgbClr val="FFFFFF"/>
                </a:solidFill>
                <a:latin typeface="Hanken Grotesk"/>
              </a:rPr>
              <a:t>col 0</a:t>
            </a:r>
          </a:p>
        </p:txBody>
      </p:sp>
      <p:sp>
        <p:nvSpPr>
          <p:cNvPr id="20" name="Rectangle 19"/>
          <p:cNvSpPr/>
          <p:nvPr/>
        </p:nvSpPr>
        <p:spPr>
          <a:xfrm>
            <a:off x="3566160" y="3682258"/>
            <a:ext cx="788544" cy="194797"/>
          </a:xfrm>
          <a:prstGeom prst="rect">
            <a:avLst/>
          </a:prstGeom>
          <a:solidFill>
            <a:srgbClr val="3B3059"/>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100" b="1">
                <a:solidFill>
                  <a:srgbClr val="FFFFFF"/>
                </a:solidFill>
                <a:latin typeface="Hanken Grotesk"/>
              </a:rPr>
              <a:t>col 1</a:t>
            </a:r>
          </a:p>
        </p:txBody>
      </p:sp>
      <p:sp>
        <p:nvSpPr>
          <p:cNvPr id="21" name="Rectangle 20"/>
          <p:cNvSpPr/>
          <p:nvPr/>
        </p:nvSpPr>
        <p:spPr>
          <a:xfrm>
            <a:off x="4389120" y="3682258"/>
            <a:ext cx="788544" cy="194797"/>
          </a:xfrm>
          <a:prstGeom prst="rect">
            <a:avLst/>
          </a:prstGeom>
          <a:solidFill>
            <a:srgbClr val="3B3059"/>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100" b="1">
                <a:solidFill>
                  <a:srgbClr val="FFFFFF"/>
                </a:solidFill>
                <a:latin typeface="Hanken Grotesk"/>
              </a:rPr>
              <a:t>col 2</a:t>
            </a:r>
          </a:p>
        </p:txBody>
      </p:sp>
      <p:sp>
        <p:nvSpPr>
          <p:cNvPr id="22" name="Rectangle 21"/>
          <p:cNvSpPr/>
          <p:nvPr/>
        </p:nvSpPr>
        <p:spPr>
          <a:xfrm>
            <a:off x="1920240" y="4066306"/>
            <a:ext cx="788544" cy="194797"/>
          </a:xfrm>
          <a:prstGeom prst="rect">
            <a:avLst/>
          </a:prstGeom>
          <a:solidFill>
            <a:srgbClr val="3B3059"/>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100" b="1">
                <a:solidFill>
                  <a:srgbClr val="FFFFFF"/>
                </a:solidFill>
                <a:latin typeface="Hanken Grotesk"/>
              </a:rPr>
              <a:t>row 0</a:t>
            </a:r>
          </a:p>
        </p:txBody>
      </p:sp>
      <p:sp>
        <p:nvSpPr>
          <p:cNvPr id="23" name="Rectangle 22"/>
          <p:cNvSpPr/>
          <p:nvPr/>
        </p:nvSpPr>
        <p:spPr>
          <a:xfrm>
            <a:off x="1920240" y="4450354"/>
            <a:ext cx="788544" cy="194797"/>
          </a:xfrm>
          <a:prstGeom prst="rect">
            <a:avLst/>
          </a:prstGeom>
          <a:solidFill>
            <a:srgbClr val="3B3059"/>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100" b="1">
                <a:solidFill>
                  <a:srgbClr val="FFFFFF"/>
                </a:solidFill>
                <a:latin typeface="Hanken Grotesk"/>
              </a:rPr>
              <a:t>row 1</a:t>
            </a:r>
          </a:p>
        </p:txBody>
      </p:sp>
      <p:sp>
        <p:nvSpPr>
          <p:cNvPr id="24" name="Rectangle 23"/>
          <p:cNvSpPr/>
          <p:nvPr/>
        </p:nvSpPr>
        <p:spPr>
          <a:xfrm>
            <a:off x="1920240" y="4834402"/>
            <a:ext cx="788544" cy="194797"/>
          </a:xfrm>
          <a:prstGeom prst="rect">
            <a:avLst/>
          </a:prstGeom>
          <a:solidFill>
            <a:srgbClr val="3B3059"/>
          </a:solidFill>
          <a:ln>
            <a:no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100" b="1">
                <a:solidFill>
                  <a:srgbClr val="FFFFFF"/>
                </a:solidFill>
                <a:latin typeface="Hanken Grotesk"/>
              </a:rPr>
              <a:t>row 2</a:t>
            </a:r>
          </a:p>
        </p:txBody>
      </p:sp>
      <p:sp>
        <p:nvSpPr>
          <p:cNvPr id="25" name="Rectangle 24"/>
          <p:cNvSpPr/>
          <p:nvPr/>
        </p:nvSpPr>
        <p:spPr>
          <a:xfrm>
            <a:off x="2743200" y="4066306"/>
            <a:ext cx="788544" cy="194797"/>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3B3059"/>
                </a:solidFill>
                <a:latin typeface="Hanken Grotesk"/>
              </a:rPr>
              <a:t>12</a:t>
            </a:r>
          </a:p>
        </p:txBody>
      </p:sp>
      <p:sp>
        <p:nvSpPr>
          <p:cNvPr id="26" name="Rectangle 25"/>
          <p:cNvSpPr/>
          <p:nvPr/>
        </p:nvSpPr>
        <p:spPr>
          <a:xfrm>
            <a:off x="3566160" y="4066306"/>
            <a:ext cx="788544" cy="194797"/>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3B3059"/>
                </a:solidFill>
                <a:latin typeface="Hanken Grotesk"/>
              </a:rPr>
              <a:t>7</a:t>
            </a:r>
          </a:p>
        </p:txBody>
      </p:sp>
      <p:sp>
        <p:nvSpPr>
          <p:cNvPr id="27" name="Rectangle 26"/>
          <p:cNvSpPr/>
          <p:nvPr/>
        </p:nvSpPr>
        <p:spPr>
          <a:xfrm>
            <a:off x="4389120" y="4066306"/>
            <a:ext cx="788544" cy="194797"/>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3B3059"/>
                </a:solidFill>
                <a:latin typeface="Hanken Grotesk"/>
              </a:rPr>
              <a:t>3</a:t>
            </a:r>
          </a:p>
        </p:txBody>
      </p:sp>
      <p:sp>
        <p:nvSpPr>
          <p:cNvPr id="28" name="Rectangle 27"/>
          <p:cNvSpPr/>
          <p:nvPr/>
        </p:nvSpPr>
        <p:spPr>
          <a:xfrm>
            <a:off x="2743200" y="4450354"/>
            <a:ext cx="788544" cy="194797"/>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3B3059"/>
                </a:solidFill>
                <a:latin typeface="Hanken Grotesk"/>
              </a:rPr>
              <a:t>9</a:t>
            </a:r>
          </a:p>
        </p:txBody>
      </p:sp>
      <p:sp>
        <p:nvSpPr>
          <p:cNvPr id="29" name="Rectangle 28"/>
          <p:cNvSpPr/>
          <p:nvPr/>
        </p:nvSpPr>
        <p:spPr>
          <a:xfrm>
            <a:off x="3566160" y="4450354"/>
            <a:ext cx="788544" cy="194797"/>
          </a:xfrm>
          <a:prstGeom prst="rect">
            <a:avLst/>
          </a:prstGeom>
          <a:solidFill>
            <a:srgbClr val="E33D6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FFFFFF"/>
                </a:solidFill>
                <a:latin typeface="Hanken Grotesk"/>
              </a:rPr>
              <a:t>4</a:t>
            </a:r>
          </a:p>
        </p:txBody>
      </p:sp>
      <p:sp>
        <p:nvSpPr>
          <p:cNvPr id="30" name="Rectangle 29"/>
          <p:cNvSpPr/>
          <p:nvPr/>
        </p:nvSpPr>
        <p:spPr>
          <a:xfrm>
            <a:off x="4389120" y="4450354"/>
            <a:ext cx="788544" cy="194797"/>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3B3059"/>
                </a:solidFill>
                <a:latin typeface="Hanken Grotesk"/>
              </a:rPr>
              <a:t>8</a:t>
            </a:r>
          </a:p>
        </p:txBody>
      </p:sp>
      <p:sp>
        <p:nvSpPr>
          <p:cNvPr id="31" name="Rectangle 30"/>
          <p:cNvSpPr/>
          <p:nvPr/>
        </p:nvSpPr>
        <p:spPr>
          <a:xfrm>
            <a:off x="2743200" y="4834402"/>
            <a:ext cx="788544" cy="194797"/>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3B3059"/>
                </a:solidFill>
                <a:latin typeface="Hanken Grotesk"/>
              </a:rPr>
              <a:t>5</a:t>
            </a:r>
          </a:p>
        </p:txBody>
      </p:sp>
      <p:sp>
        <p:nvSpPr>
          <p:cNvPr id="32" name="Rectangle 31"/>
          <p:cNvSpPr/>
          <p:nvPr/>
        </p:nvSpPr>
        <p:spPr>
          <a:xfrm>
            <a:off x="3566160" y="4834402"/>
            <a:ext cx="788544" cy="194797"/>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3B3059"/>
                </a:solidFill>
                <a:latin typeface="Hanken Grotesk"/>
              </a:rPr>
              <a:t>2</a:t>
            </a:r>
          </a:p>
        </p:txBody>
      </p:sp>
      <p:sp>
        <p:nvSpPr>
          <p:cNvPr id="33" name="Rectangle 32"/>
          <p:cNvSpPr/>
          <p:nvPr/>
        </p:nvSpPr>
        <p:spPr>
          <a:xfrm>
            <a:off x="4389120" y="4834402"/>
            <a:ext cx="788544" cy="194797"/>
          </a:xfrm>
          <a:prstGeom prst="rect">
            <a:avLst/>
          </a:prstGeom>
          <a:solidFill>
            <a:srgbClr val="FFFFFF"/>
          </a:solidFill>
          <a:ln w="12700">
            <a:solidFill>
              <a:srgbClr val="3B3059"/>
            </a:solidFill>
          </a:ln>
          <a:effectLst/>
        </p:spPr>
        <p:style>
          <a:lnRef idx="1">
            <a:schemeClr val="accent1"/>
          </a:lnRef>
          <a:fillRef idx="3">
            <a:schemeClr val="accent1"/>
          </a:fillRef>
          <a:effectRef idx="2">
            <a:schemeClr val="accent1"/>
          </a:effectRef>
          <a:fontRef idx="minor">
            <a:schemeClr val="lt1"/>
          </a:fontRef>
        </p:style>
        <p:txBody>
          <a:bodyPr wrap="square" lIns="25400" tIns="12700" rIns="25400" bIns="12700" rtlCol="0" anchor="ctr"/>
          <a:lstStyle/>
          <a:p>
            <a:pPr algn="ctr"/>
            <a:r>
              <a:rPr sz="1300" b="1">
                <a:solidFill>
                  <a:srgbClr val="3B3059"/>
                </a:solidFill>
                <a:latin typeface="Hanken Grotesk"/>
              </a:rPr>
              <a:t>6</a:t>
            </a:r>
          </a:p>
        </p:txBody>
      </p:sp>
      <p:sp>
        <p:nvSpPr>
          <p:cNvPr id="34" name="TextBox 33"/>
          <p:cNvSpPr txBox="1"/>
          <p:nvPr/>
        </p:nvSpPr>
        <p:spPr>
          <a:xfrm>
            <a:off x="5577840" y="3883558"/>
            <a:ext cx="2978944" cy="353943"/>
          </a:xfrm>
          <a:prstGeom prst="rect">
            <a:avLst/>
          </a:prstGeom>
          <a:noFill/>
        </p:spPr>
        <p:txBody>
          <a:bodyPr wrap="square">
            <a:spAutoFit/>
          </a:bodyPr>
          <a:lstStyle/>
          <a:p>
            <a:pPr algn="l"/>
            <a:r>
              <a:rPr sz="1700" b="1">
                <a:solidFill>
                  <a:srgbClr val="B31166"/>
                </a:solidFill>
                <a:latin typeface="Consolas"/>
              </a:rPr>
              <a:t>a[1][1] = 4</a:t>
            </a:r>
          </a:p>
        </p:txBody>
      </p:sp>
      <p:sp>
        <p:nvSpPr>
          <p:cNvPr id="35" name="TextBox 34"/>
          <p:cNvSpPr txBox="1"/>
          <p:nvPr/>
        </p:nvSpPr>
        <p:spPr>
          <a:xfrm>
            <a:off x="5577840" y="4295038"/>
            <a:ext cx="2978944" cy="276999"/>
          </a:xfrm>
          <a:prstGeom prst="rect">
            <a:avLst/>
          </a:prstGeom>
          <a:noFill/>
        </p:spPr>
        <p:txBody>
          <a:bodyPr wrap="square">
            <a:spAutoFit/>
          </a:bodyPr>
          <a:lstStyle/>
          <a:p>
            <a:pPr algn="l"/>
            <a:r>
              <a:rPr sz="1200" b="0">
                <a:solidFill>
                  <a:srgbClr val="3B3059"/>
                </a:solidFill>
                <a:latin typeface="Hanken Grotesk"/>
              </a:rPr>
              <a:t>→ row 1, column 1</a:t>
            </a:r>
          </a:p>
        </p:txBody>
      </p:sp>
      <p:sp>
        <p:nvSpPr>
          <p:cNvPr id="36" name="TextBox 35"/>
          <p:cNvSpPr txBox="1"/>
          <p:nvPr/>
        </p:nvSpPr>
        <p:spPr>
          <a:xfrm>
            <a:off x="5577840" y="4677766"/>
            <a:ext cx="2978944" cy="461665"/>
          </a:xfrm>
          <a:prstGeom prst="rect">
            <a:avLst/>
          </a:prstGeom>
          <a:noFill/>
        </p:spPr>
        <p:txBody>
          <a:bodyPr wrap="square">
            <a:spAutoFit/>
          </a:bodyPr>
          <a:lstStyle/>
          <a:p>
            <a:pPr algn="l"/>
            <a:r>
              <a:rPr sz="1200" b="0">
                <a:solidFill>
                  <a:srgbClr val="3B3059"/>
                </a:solidFill>
                <a:latin typeface="Consolas"/>
              </a:rPr>
              <a:t>shape = (3, 3)</a:t>
            </a:r>
          </a:p>
          <a:p>
            <a:pPr algn="l"/>
            <a:r>
              <a:rPr sz="1200" b="0">
                <a:solidFill>
                  <a:srgbClr val="3B3059"/>
                </a:solidFill>
                <a:latin typeface="Consolas"/>
              </a:rPr>
              <a:t>3 rows × 3 columns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49"/>
          <p:cNvSpPr txBox="1">
            <a:spLocks noGrp="1"/>
          </p:cNvSpPr>
          <p:nvPr>
            <p:ph type="title"/>
          </p:nvPr>
        </p:nvSpPr>
        <p:spPr>
          <a:xfrm>
            <a:off x="866216" y="971550"/>
            <a:ext cx="2094900" cy="1200300"/>
          </a:xfrm>
          <a:prstGeom prst="rect">
            <a:avLst/>
          </a:prstGeom>
        </p:spPr>
        <p:txBody>
          <a:bodyPr spcFirstLastPara="1" wrap="square" lIns="68575" tIns="34275" rIns="68575" bIns="34275" anchor="b" anchorCtr="0">
            <a:noAutofit/>
          </a:bodyPr>
          <a:lstStyle/>
          <a:p>
            <a:pPr marL="0" lvl="0" indent="0" algn="l" rtl="0">
              <a:spcBef>
                <a:spcPts val="0"/>
              </a:spcBef>
              <a:spcAft>
                <a:spcPts val="0"/>
              </a:spcAft>
              <a:buNone/>
            </a:pPr>
            <a:r>
              <a:rPr lang="en"/>
              <a:t>Questions?</a:t>
            </a:r>
            <a:endParaRPr/>
          </a:p>
        </p:txBody>
      </p:sp>
      <p:sp>
        <p:nvSpPr>
          <p:cNvPr id="506" name="Google Shape;506;p49"/>
          <p:cNvSpPr txBox="1">
            <a:spLocks noGrp="1"/>
          </p:cNvSpPr>
          <p:nvPr>
            <p:ph type="body" idx="2"/>
          </p:nvPr>
        </p:nvSpPr>
        <p:spPr>
          <a:xfrm>
            <a:off x="866216" y="2346960"/>
            <a:ext cx="2094900" cy="2171700"/>
          </a:xfrm>
          <a:prstGeom prst="rect">
            <a:avLst/>
          </a:prstGeom>
        </p:spPr>
        <p:txBody>
          <a:bodyPr spcFirstLastPara="1" wrap="square" lIns="68575" tIns="34275" rIns="68575" bIns="34275" anchor="t" anchorCtr="0">
            <a:normAutofit/>
          </a:bodyPr>
          <a:lstStyle/>
          <a:p>
            <a:pPr marL="0" lvl="0" indent="0" algn="l" rtl="0">
              <a:spcBef>
                <a:spcPts val="800"/>
              </a:spcBef>
              <a:spcAft>
                <a:spcPts val="0"/>
              </a:spcAft>
              <a:buNone/>
            </a:pPr>
            <a:endParaRPr/>
          </a:p>
        </p:txBody>
      </p:sp>
      <p:pic>
        <p:nvPicPr>
          <p:cNvPr id="507" name="Google Shape;507;p49"/>
          <p:cNvPicPr preferRelativeResize="0"/>
          <p:nvPr/>
        </p:nvPicPr>
        <p:blipFill>
          <a:blip r:embed="rId3">
            <a:alphaModFix/>
          </a:blip>
          <a:stretch>
            <a:fillRect/>
          </a:stretch>
        </p:blipFill>
        <p:spPr>
          <a:xfrm>
            <a:off x="4290116" y="152400"/>
            <a:ext cx="3051234" cy="4838702"/>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chemeClr val="dk1"/>
        </a:solidFill>
        <a:effectLst/>
      </p:bgPr>
    </p:bg>
    <p:spTree>
      <p:nvGrpSpPr>
        <p:cNvPr id="1" name="Shape 521"/>
        <p:cNvGrpSpPr/>
        <p:nvPr/>
      </p:nvGrpSpPr>
      <p:grpSpPr>
        <a:xfrm>
          <a:off x="0" y="0"/>
          <a:ext cx="0" cy="0"/>
          <a:chOff x="0" y="0"/>
          <a:chExt cx="0" cy="0"/>
        </a:xfrm>
      </p:grpSpPr>
      <p:sp>
        <p:nvSpPr>
          <p:cNvPr id="522" name="Google Shape;522;p51"/>
          <p:cNvSpPr/>
          <p:nvPr/>
        </p:nvSpPr>
        <p:spPr>
          <a:xfrm>
            <a:off x="0" y="0"/>
            <a:ext cx="9144000" cy="5143500"/>
          </a:xfrm>
          <a:prstGeom prst="rect">
            <a:avLst/>
          </a:prstGeom>
          <a:blipFill rotWithShape="1">
            <a:blip r:embed="rId3">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23" name="Google Shape;523;p51"/>
          <p:cNvSpPr/>
          <p:nvPr/>
        </p:nvSpPr>
        <p:spPr>
          <a:xfrm rot="-5400000">
            <a:off x="3878973" y="-105649"/>
            <a:ext cx="4540253" cy="5354799"/>
          </a:xfrm>
          <a:custGeom>
            <a:avLst/>
            <a:gdLst/>
            <a:ahLst/>
            <a:cxnLst/>
            <a:rect l="l" t="t" r="r" b="b"/>
            <a:pathLst>
              <a:path w="6053670" h="7139732" extrusionOk="0">
                <a:moveTo>
                  <a:pt x="6053670" y="1098"/>
                </a:moveTo>
                <a:lnTo>
                  <a:pt x="6053670" y="1084479"/>
                </a:lnTo>
                <a:lnTo>
                  <a:pt x="6053670" y="1254558"/>
                </a:lnTo>
                <a:lnTo>
                  <a:pt x="6053670" y="7139732"/>
                </a:lnTo>
                <a:lnTo>
                  <a:pt x="0" y="7139732"/>
                </a:lnTo>
                <a:lnTo>
                  <a:pt x="0" y="1249853"/>
                </a:lnTo>
                <a:lnTo>
                  <a:pt x="0" y="1084479"/>
                </a:lnTo>
                <a:lnTo>
                  <a:pt x="0" y="0"/>
                </a:lnTo>
                <a:lnTo>
                  <a:pt x="35717" y="5488"/>
                </a:lnTo>
                <a:lnTo>
                  <a:pt x="140445" y="21641"/>
                </a:lnTo>
                <a:lnTo>
                  <a:pt x="216722" y="32932"/>
                </a:lnTo>
                <a:lnTo>
                  <a:pt x="307527" y="44850"/>
                </a:lnTo>
                <a:lnTo>
                  <a:pt x="415282" y="59121"/>
                </a:lnTo>
                <a:lnTo>
                  <a:pt x="534539" y="74175"/>
                </a:lnTo>
                <a:lnTo>
                  <a:pt x="668931" y="90014"/>
                </a:lnTo>
                <a:lnTo>
                  <a:pt x="815430" y="106794"/>
                </a:lnTo>
                <a:lnTo>
                  <a:pt x="974641" y="123574"/>
                </a:lnTo>
                <a:lnTo>
                  <a:pt x="1144144" y="140667"/>
                </a:lnTo>
                <a:lnTo>
                  <a:pt x="1326965" y="156506"/>
                </a:lnTo>
                <a:lnTo>
                  <a:pt x="1518261" y="171717"/>
                </a:lnTo>
                <a:lnTo>
                  <a:pt x="1720453" y="185518"/>
                </a:lnTo>
                <a:lnTo>
                  <a:pt x="1931121" y="198690"/>
                </a:lnTo>
                <a:lnTo>
                  <a:pt x="2150869" y="211079"/>
                </a:lnTo>
                <a:lnTo>
                  <a:pt x="2263467" y="215470"/>
                </a:lnTo>
                <a:lnTo>
                  <a:pt x="2378487" y="220332"/>
                </a:lnTo>
                <a:lnTo>
                  <a:pt x="2495323" y="224879"/>
                </a:lnTo>
                <a:lnTo>
                  <a:pt x="2612764" y="227859"/>
                </a:lnTo>
                <a:lnTo>
                  <a:pt x="2732627" y="230525"/>
                </a:lnTo>
                <a:lnTo>
                  <a:pt x="2853700" y="233348"/>
                </a:lnTo>
                <a:lnTo>
                  <a:pt x="2977195" y="235229"/>
                </a:lnTo>
                <a:lnTo>
                  <a:pt x="3101901" y="235229"/>
                </a:lnTo>
                <a:lnTo>
                  <a:pt x="3227817" y="236170"/>
                </a:lnTo>
                <a:lnTo>
                  <a:pt x="3354944" y="235229"/>
                </a:lnTo>
                <a:lnTo>
                  <a:pt x="3483887" y="233348"/>
                </a:lnTo>
                <a:lnTo>
                  <a:pt x="3612830" y="231623"/>
                </a:lnTo>
                <a:lnTo>
                  <a:pt x="3743590" y="227859"/>
                </a:lnTo>
                <a:lnTo>
                  <a:pt x="3875560" y="223938"/>
                </a:lnTo>
                <a:lnTo>
                  <a:pt x="4007530" y="219391"/>
                </a:lnTo>
                <a:lnTo>
                  <a:pt x="4140710" y="212961"/>
                </a:lnTo>
                <a:lnTo>
                  <a:pt x="4275102" y="205277"/>
                </a:lnTo>
                <a:lnTo>
                  <a:pt x="4410098" y="197907"/>
                </a:lnTo>
                <a:lnTo>
                  <a:pt x="4545096" y="188498"/>
                </a:lnTo>
                <a:lnTo>
                  <a:pt x="4681909" y="177207"/>
                </a:lnTo>
                <a:lnTo>
                  <a:pt x="4816905" y="165916"/>
                </a:lnTo>
                <a:lnTo>
                  <a:pt x="4954323" y="152899"/>
                </a:lnTo>
                <a:lnTo>
                  <a:pt x="5092347" y="138629"/>
                </a:lnTo>
                <a:lnTo>
                  <a:pt x="5228555" y="123574"/>
                </a:lnTo>
                <a:lnTo>
                  <a:pt x="5366578" y="106010"/>
                </a:lnTo>
                <a:lnTo>
                  <a:pt x="5503997" y="87192"/>
                </a:lnTo>
                <a:lnTo>
                  <a:pt x="5642020" y="68530"/>
                </a:lnTo>
                <a:lnTo>
                  <a:pt x="5779438" y="46733"/>
                </a:lnTo>
                <a:lnTo>
                  <a:pt x="5916251" y="24464"/>
                </a:lnTo>
                <a:close/>
              </a:path>
            </a:pathLst>
          </a:custGeom>
          <a:solidFill>
            <a:schemeClr val="lt1"/>
          </a:solidFill>
          <a:ln>
            <a:noFill/>
          </a:ln>
        </p:spPr>
        <p:txBody>
          <a:bodyPr/>
          <a:lstStyle/>
          <a:p>
            <a:endParaRPr lang="en-US"/>
          </a:p>
        </p:txBody>
      </p:sp>
      <p:sp>
        <p:nvSpPr>
          <p:cNvPr id="524" name="Google Shape;524;p51"/>
          <p:cNvSpPr/>
          <p:nvPr/>
        </p:nvSpPr>
        <p:spPr>
          <a:xfrm>
            <a:off x="0" y="1190"/>
            <a:ext cx="9143999" cy="5142309"/>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txBody>
          <a:bodyPr/>
          <a:lstStyle/>
          <a:p>
            <a:endParaRPr lang="en-US"/>
          </a:p>
        </p:txBody>
      </p:sp>
      <p:sp>
        <p:nvSpPr>
          <p:cNvPr id="525" name="Google Shape;525;p51"/>
          <p:cNvSpPr txBox="1">
            <a:spLocks noGrp="1"/>
          </p:cNvSpPr>
          <p:nvPr>
            <p:ph type="title"/>
          </p:nvPr>
        </p:nvSpPr>
        <p:spPr>
          <a:xfrm>
            <a:off x="866216" y="730251"/>
            <a:ext cx="2206500" cy="7653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rgbClr val="EBEBEB"/>
              </a:buClr>
              <a:buSzPts val="2500"/>
              <a:buFont typeface="Century Gothic"/>
              <a:buNone/>
            </a:pPr>
            <a:r>
              <a:rPr lang="en" sz="2500">
                <a:solidFill>
                  <a:srgbClr val="EBEBEB"/>
                </a:solidFill>
              </a:rPr>
              <a:t>Doing vs. Applying</a:t>
            </a:r>
            <a:endParaRPr/>
          </a:p>
        </p:txBody>
      </p:sp>
      <p:pic>
        <p:nvPicPr>
          <p:cNvPr id="526" name="Google Shape;526;p51" descr="Diagram&#10;&#10;Description automatically generated"/>
          <p:cNvPicPr preferRelativeResize="0"/>
          <p:nvPr/>
        </p:nvPicPr>
        <p:blipFill rotWithShape="1">
          <a:blip r:embed="rId4">
            <a:alphaModFix/>
          </a:blip>
          <a:srcRect/>
          <a:stretch/>
        </p:blipFill>
        <p:spPr>
          <a:xfrm>
            <a:off x="4123153" y="602813"/>
            <a:ext cx="4339254" cy="3937874"/>
          </a:xfrm>
          <a:prstGeom prst="rect">
            <a:avLst/>
          </a:prstGeom>
          <a:noFill/>
          <a:ln>
            <a:noFill/>
          </a:ln>
        </p:spPr>
      </p:pic>
      <p:sp>
        <p:nvSpPr>
          <p:cNvPr id="527" name="Google Shape;527;p51"/>
          <p:cNvSpPr/>
          <p:nvPr/>
        </p:nvSpPr>
        <p:spPr>
          <a:xfrm>
            <a:off x="7828359" y="0"/>
            <a:ext cx="514500" cy="857400"/>
          </a:xfrm>
          <a:prstGeom prst="rect">
            <a:avLst/>
          </a:prstGeom>
          <a:solidFill>
            <a:schemeClr val="accent1"/>
          </a:solidFill>
          <a:ln>
            <a:noFill/>
          </a:ln>
          <a:effectLst>
            <a:outerShdw blurRad="38100" dist="25400" dir="5400000" rotWithShape="0">
              <a:srgbClr val="000000">
                <a:alpha val="4471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28" name="Google Shape;528;p51"/>
          <p:cNvSpPr/>
          <p:nvPr/>
        </p:nvSpPr>
        <p:spPr>
          <a:xfrm>
            <a:off x="0" y="2000250"/>
            <a:ext cx="3143400" cy="3143400"/>
          </a:xfrm>
          <a:prstGeom prst="ellipse">
            <a:avLst/>
          </a:prstGeom>
          <a:gradFill>
            <a:gsLst>
              <a:gs pos="0">
                <a:srgbClr val="9B6BF2">
                  <a:alpha val="10980"/>
                </a:srgbClr>
              </a:gs>
              <a:gs pos="36000">
                <a:srgbClr val="9B6BF2">
                  <a:alpha val="9803"/>
                </a:srgbClr>
              </a:gs>
              <a:gs pos="75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29" name="Google Shape;529;p51"/>
          <p:cNvSpPr/>
          <p:nvPr/>
        </p:nvSpPr>
        <p:spPr>
          <a:xfrm>
            <a:off x="0" y="2171700"/>
            <a:ext cx="1771800" cy="1771800"/>
          </a:xfrm>
          <a:prstGeom prst="ellipse">
            <a:avLst/>
          </a:prstGeom>
          <a:gradFill>
            <a:gsLst>
              <a:gs pos="0">
                <a:srgbClr val="9B6BF2">
                  <a:alpha val="7843"/>
                </a:srgbClr>
              </a:gs>
              <a:gs pos="36000">
                <a:srgbClr val="9B6BF2">
                  <a:alpha val="7843"/>
                </a:srgbClr>
              </a:gs>
              <a:gs pos="72000">
                <a:srgbClr val="9B6BF2">
                  <a:alpha val="0"/>
                </a:srgbClr>
              </a:gs>
              <a:gs pos="100000">
                <a:srgbClr val="9B6BF2">
                  <a:alpha val="0"/>
                </a:srgbClr>
              </a:gs>
            </a:gsLst>
            <a:path path="circle">
              <a:fillToRect l="50000" t="50000" r="50000" b="50000"/>
            </a:path>
            <a:tileRect/>
          </a:gra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30" name="Google Shape;530;p51"/>
          <p:cNvSpPr txBox="1">
            <a:spLocks noGrp="1"/>
          </p:cNvSpPr>
          <p:nvPr>
            <p:ph type="body" idx="1"/>
          </p:nvPr>
        </p:nvSpPr>
        <p:spPr>
          <a:xfrm>
            <a:off x="866216" y="1590675"/>
            <a:ext cx="2350500" cy="2924100"/>
          </a:xfrm>
          <a:prstGeom prst="rect">
            <a:avLst/>
          </a:prstGeom>
          <a:noFill/>
          <a:ln>
            <a:noFill/>
          </a:ln>
        </p:spPr>
        <p:txBody>
          <a:bodyPr spcFirstLastPara="1" wrap="square" lIns="68575" tIns="34275" rIns="68575" bIns="34275" anchor="t" anchorCtr="0">
            <a:normAutofit/>
          </a:bodyPr>
          <a:lstStyle/>
          <a:p>
            <a:pPr marL="254000" lvl="0" indent="-260350" algn="l" rtl="0">
              <a:spcBef>
                <a:spcPts val="0"/>
              </a:spcBef>
              <a:spcAft>
                <a:spcPts val="0"/>
              </a:spcAft>
              <a:buSzPts val="1100"/>
              <a:buChar char="►"/>
            </a:pPr>
            <a:r>
              <a:rPr lang="en">
                <a:solidFill>
                  <a:srgbClr val="FFFFFF"/>
                </a:solidFill>
              </a:rPr>
              <a:t>Data science curriculums (USAFA, AFIT, etc.)</a:t>
            </a:r>
            <a:endParaRPr/>
          </a:p>
          <a:p>
            <a:pPr marL="558800" lvl="1" indent="-215900" algn="l" rtl="0">
              <a:spcBef>
                <a:spcPts val="800"/>
              </a:spcBef>
              <a:spcAft>
                <a:spcPts val="0"/>
              </a:spcAft>
              <a:buSzPts val="1000"/>
              <a:buChar char="►"/>
            </a:pPr>
            <a:r>
              <a:rPr lang="en">
                <a:solidFill>
                  <a:srgbClr val="FFFFFF"/>
                </a:solidFill>
              </a:rPr>
              <a:t>Provide technical aspect</a:t>
            </a:r>
            <a:endParaRPr/>
          </a:p>
          <a:p>
            <a:pPr marL="254000" lvl="0" indent="-260350" algn="l" rtl="0">
              <a:spcBef>
                <a:spcPts val="800"/>
              </a:spcBef>
              <a:spcAft>
                <a:spcPts val="0"/>
              </a:spcAft>
              <a:buSzPts val="1100"/>
              <a:buChar char="►"/>
            </a:pPr>
            <a:r>
              <a:rPr lang="en">
                <a:solidFill>
                  <a:srgbClr val="FFFFFF"/>
                </a:solidFill>
              </a:rPr>
              <a:t>Lack of development in domain knowledge</a:t>
            </a:r>
            <a:endParaRPr/>
          </a:p>
          <a:p>
            <a:pPr marL="254000" lvl="0" indent="-260350" algn="l" rtl="0">
              <a:spcBef>
                <a:spcPts val="800"/>
              </a:spcBef>
              <a:spcAft>
                <a:spcPts val="0"/>
              </a:spcAft>
              <a:buSzPts val="1100"/>
              <a:buChar char="►"/>
            </a:pPr>
            <a:r>
              <a:rPr lang="en">
                <a:solidFill>
                  <a:srgbClr val="FFFFFF"/>
                </a:solidFill>
              </a:rPr>
              <a:t>Trivial problems diminish skills</a:t>
            </a:r>
            <a:endParaRPr/>
          </a:p>
          <a:p>
            <a:pPr marL="558800" lvl="1" indent="-215900" algn="l" rtl="0">
              <a:spcBef>
                <a:spcPts val="800"/>
              </a:spcBef>
              <a:spcAft>
                <a:spcPts val="0"/>
              </a:spcAft>
              <a:buSzPts val="1000"/>
              <a:buChar char="►"/>
            </a:pPr>
            <a:r>
              <a:rPr lang="en">
                <a:solidFill>
                  <a:srgbClr val="FFFFFF"/>
                </a:solidFill>
              </a:rPr>
              <a:t>New field, unknown applications</a:t>
            </a:r>
            <a:endParaRPr/>
          </a:p>
          <a:p>
            <a:pPr marL="254000" lvl="0" indent="-190500" algn="l" rtl="0">
              <a:spcBef>
                <a:spcPts val="800"/>
              </a:spcBef>
              <a:spcAft>
                <a:spcPts val="0"/>
              </a:spcAft>
              <a:buSzPts val="1100"/>
              <a:buNone/>
            </a:pPr>
            <a:endParaRPr>
              <a:solidFill>
                <a:srgbClr val="FFFFFF"/>
              </a:solidFill>
            </a:endParaRPr>
          </a:p>
        </p:txBody>
      </p:sp>
      <p:sp>
        <p:nvSpPr>
          <p:cNvPr id="531" name="Google Shape;531;p51"/>
          <p:cNvSpPr/>
          <p:nvPr/>
        </p:nvSpPr>
        <p:spPr>
          <a:xfrm rot="-5677489">
            <a:off x="2355371" y="1369557"/>
            <a:ext cx="2474557" cy="330693"/>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lt1"/>
        </a:solidFill>
        <a:effectLst/>
      </p:bgPr>
    </p:bg>
    <p:spTree>
      <p:nvGrpSpPr>
        <p:cNvPr id="1" name="Shape 535"/>
        <p:cNvGrpSpPr/>
        <p:nvPr/>
      </p:nvGrpSpPr>
      <p:grpSpPr>
        <a:xfrm>
          <a:off x="0" y="0"/>
          <a:ext cx="0" cy="0"/>
          <a:chOff x="0" y="0"/>
          <a:chExt cx="0" cy="0"/>
        </a:xfrm>
      </p:grpSpPr>
      <p:sp>
        <p:nvSpPr>
          <p:cNvPr id="536" name="Google Shape;536;p52"/>
          <p:cNvSpPr txBox="1">
            <a:spLocks noGrp="1"/>
          </p:cNvSpPr>
          <p:nvPr>
            <p:ph type="title"/>
          </p:nvPr>
        </p:nvSpPr>
        <p:spPr>
          <a:xfrm>
            <a:off x="866216" y="730251"/>
            <a:ext cx="6571200" cy="530400"/>
          </a:xfrm>
          <a:prstGeom prst="rect">
            <a:avLst/>
          </a:prstGeom>
          <a:noFill/>
          <a:ln>
            <a:noFill/>
          </a:ln>
        </p:spPr>
        <p:txBody>
          <a:bodyPr spcFirstLastPara="1" wrap="square" lIns="68575" tIns="34275" rIns="68575" bIns="34275" anchor="ctr" anchorCtr="0">
            <a:normAutofit/>
          </a:bodyPr>
          <a:lstStyle/>
          <a:p>
            <a:pPr marL="0" lvl="0" indent="0" algn="l" rtl="0">
              <a:spcBef>
                <a:spcPts val="0"/>
              </a:spcBef>
              <a:spcAft>
                <a:spcPts val="0"/>
              </a:spcAft>
              <a:buClr>
                <a:schemeClr val="lt2"/>
              </a:buClr>
              <a:buSzPts val="2700"/>
              <a:buFont typeface="Century Gothic"/>
              <a:buNone/>
            </a:pPr>
            <a:r>
              <a:rPr lang="en"/>
              <a:t>Air Force Wide Data Literacy</a:t>
            </a:r>
            <a:endParaRPr/>
          </a:p>
        </p:txBody>
      </p:sp>
      <p:sp>
        <p:nvSpPr>
          <p:cNvPr id="537" name="Google Shape;537;p52"/>
          <p:cNvSpPr txBox="1">
            <a:spLocks noGrp="1"/>
          </p:cNvSpPr>
          <p:nvPr>
            <p:ph type="body" idx="1"/>
          </p:nvPr>
        </p:nvSpPr>
        <p:spPr>
          <a:xfrm>
            <a:off x="866216" y="1952625"/>
            <a:ext cx="2610900" cy="2562300"/>
          </a:xfrm>
          <a:prstGeom prst="rect">
            <a:avLst/>
          </a:prstGeom>
          <a:noFill/>
          <a:ln>
            <a:noFill/>
          </a:ln>
        </p:spPr>
        <p:txBody>
          <a:bodyPr spcFirstLastPara="1" wrap="square" lIns="68575" tIns="34275" rIns="68575" bIns="34275" anchor="ctr" anchorCtr="0">
            <a:normAutofit/>
          </a:bodyPr>
          <a:lstStyle/>
          <a:p>
            <a:pPr marL="254000" lvl="0" indent="-254000" algn="l" rtl="0">
              <a:spcBef>
                <a:spcPts val="0"/>
              </a:spcBef>
              <a:spcAft>
                <a:spcPts val="0"/>
              </a:spcAft>
              <a:buSzPts val="1000"/>
              <a:buChar char="►"/>
            </a:pPr>
            <a:r>
              <a:rPr lang="en" sz="1200"/>
              <a:t>Data education for everyone</a:t>
            </a:r>
            <a:endParaRPr/>
          </a:p>
          <a:p>
            <a:pPr marL="254000" lvl="0" indent="-254000" algn="l" rtl="0">
              <a:spcBef>
                <a:spcPts val="800"/>
              </a:spcBef>
              <a:spcAft>
                <a:spcPts val="0"/>
              </a:spcAft>
              <a:buSzPts val="1000"/>
              <a:buChar char="►"/>
            </a:pPr>
            <a:r>
              <a:rPr lang="en" sz="1200"/>
              <a:t>Develop domain knowledge learning</a:t>
            </a:r>
            <a:endParaRPr/>
          </a:p>
          <a:p>
            <a:pPr marL="254000" lvl="0" indent="-254000" algn="l" rtl="0">
              <a:spcBef>
                <a:spcPts val="800"/>
              </a:spcBef>
              <a:spcAft>
                <a:spcPts val="0"/>
              </a:spcAft>
              <a:buSzPts val="1000"/>
              <a:buChar char="►"/>
            </a:pPr>
            <a:r>
              <a:rPr lang="en" sz="1200"/>
              <a:t>Improve data collection capabilities</a:t>
            </a:r>
            <a:endParaRPr/>
          </a:p>
          <a:p>
            <a:pPr marL="254000" lvl="0" indent="-254000" algn="l" rtl="0">
              <a:spcBef>
                <a:spcPts val="800"/>
              </a:spcBef>
              <a:spcAft>
                <a:spcPts val="0"/>
              </a:spcAft>
              <a:buSzPts val="1000"/>
              <a:buChar char="►"/>
            </a:pPr>
            <a:r>
              <a:rPr lang="en" sz="1200"/>
              <a:t>Identify problems that effectively apply analysts</a:t>
            </a:r>
            <a:endParaRPr/>
          </a:p>
          <a:p>
            <a:pPr marL="254000" lvl="0" indent="-254000" algn="l" rtl="0">
              <a:spcBef>
                <a:spcPts val="800"/>
              </a:spcBef>
              <a:spcAft>
                <a:spcPts val="0"/>
              </a:spcAft>
              <a:buSzPts val="1000"/>
              <a:buChar char="►"/>
            </a:pPr>
            <a:r>
              <a:rPr lang="en" sz="1200"/>
              <a:t>Increasing communication</a:t>
            </a:r>
            <a:endParaRPr/>
          </a:p>
          <a:p>
            <a:pPr marL="254000" lvl="0" indent="-190500" algn="l" rtl="0">
              <a:spcBef>
                <a:spcPts val="800"/>
              </a:spcBef>
              <a:spcAft>
                <a:spcPts val="0"/>
              </a:spcAft>
              <a:buSzPts val="1000"/>
              <a:buNone/>
            </a:pPr>
            <a:endParaRPr sz="1200"/>
          </a:p>
        </p:txBody>
      </p:sp>
      <p:pic>
        <p:nvPicPr>
          <p:cNvPr id="538" name="Google Shape;538;p52" descr="Graphical user interface&#10;&#10;Description automatically generated"/>
          <p:cNvPicPr preferRelativeResize="0"/>
          <p:nvPr/>
        </p:nvPicPr>
        <p:blipFill rotWithShape="1">
          <a:blip r:embed="rId3">
            <a:alphaModFix/>
          </a:blip>
          <a:srcRect t="4689"/>
          <a:stretch/>
        </p:blipFill>
        <p:spPr>
          <a:xfrm>
            <a:off x="3738717" y="2081963"/>
            <a:ext cx="4619100" cy="2300400"/>
          </a:xfrm>
          <a:prstGeom prst="roundRect">
            <a:avLst>
              <a:gd name="adj" fmla="val 1858"/>
            </a:avLst>
          </a:prstGeom>
          <a:noFill/>
          <a:ln>
            <a:noFill/>
          </a:ln>
          <a:effectLst>
            <a:outerShdw blurRad="50800" dist="50800" dir="5400000" algn="tl" rotWithShape="0">
              <a:srgbClr val="000000">
                <a:alpha val="42750"/>
              </a:srgbClr>
            </a:outerShdw>
          </a:effectLst>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chemeClr val="lt1"/>
        </a:solidFill>
        <a:effectLst/>
      </p:bgPr>
    </p:bg>
    <p:spTree>
      <p:nvGrpSpPr>
        <p:cNvPr id="1" name="Shape 542"/>
        <p:cNvGrpSpPr/>
        <p:nvPr/>
      </p:nvGrpSpPr>
      <p:grpSpPr>
        <a:xfrm>
          <a:off x="0" y="0"/>
          <a:ext cx="0" cy="0"/>
          <a:chOff x="0" y="0"/>
          <a:chExt cx="0" cy="0"/>
        </a:xfrm>
      </p:grpSpPr>
      <p:sp>
        <p:nvSpPr>
          <p:cNvPr id="543" name="Google Shape;543;p53"/>
          <p:cNvSpPr/>
          <p:nvPr/>
        </p:nvSpPr>
        <p:spPr>
          <a:xfrm>
            <a:off x="0" y="0"/>
            <a:ext cx="9144000" cy="51435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chemeClr val="lt1"/>
              </a:solidFill>
              <a:latin typeface="Century Gothic"/>
              <a:ea typeface="Century Gothic"/>
              <a:cs typeface="Century Gothic"/>
              <a:sym typeface="Century Gothic"/>
            </a:endParaRPr>
          </a:p>
        </p:txBody>
      </p:sp>
      <p:sp>
        <p:nvSpPr>
          <p:cNvPr id="544" name="Google Shape;544;p53"/>
          <p:cNvSpPr/>
          <p:nvPr/>
        </p:nvSpPr>
        <p:spPr>
          <a:xfrm>
            <a:off x="0" y="0"/>
            <a:ext cx="9144000" cy="5143500"/>
          </a:xfrm>
          <a:prstGeom prst="rect">
            <a:avLst/>
          </a:prstGeom>
          <a:blipFill rotWithShape="1">
            <a:blip r:embed="rId3">
              <a:alphaModFix/>
            </a:blip>
            <a:stretch>
              <a:fillRect/>
            </a:stretch>
          </a:blip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45" name="Google Shape;545;p53"/>
          <p:cNvSpPr/>
          <p:nvPr/>
        </p:nvSpPr>
        <p:spPr>
          <a:xfrm rot="-5677489">
            <a:off x="2355371" y="1369557"/>
            <a:ext cx="2474557" cy="330693"/>
          </a:xfrm>
          <a:custGeom>
            <a:avLst/>
            <a:gdLst/>
            <a:ahLst/>
            <a:cxnLst/>
            <a:rect l="l" t="t" r="r" b="b"/>
            <a:pathLst>
              <a:path w="10000" h="5291" extrusionOk="0">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lt1">
              <a:alpha val="20000"/>
            </a:scheme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546" name="Google Shape;546;p53"/>
          <p:cNvSpPr/>
          <p:nvPr/>
        </p:nvSpPr>
        <p:spPr>
          <a:xfrm rot="-5400000">
            <a:off x="3878973" y="-105649"/>
            <a:ext cx="4540253" cy="5354799"/>
          </a:xfrm>
          <a:custGeom>
            <a:avLst/>
            <a:gdLst/>
            <a:ahLst/>
            <a:cxnLst/>
            <a:rect l="l" t="t" r="r" b="b"/>
            <a:pathLst>
              <a:path w="6053670" h="7139732" extrusionOk="0">
                <a:moveTo>
                  <a:pt x="6053670" y="1098"/>
                </a:moveTo>
                <a:lnTo>
                  <a:pt x="6053670" y="1084479"/>
                </a:lnTo>
                <a:lnTo>
                  <a:pt x="6053670" y="1254558"/>
                </a:lnTo>
                <a:lnTo>
                  <a:pt x="6053670" y="7139732"/>
                </a:lnTo>
                <a:lnTo>
                  <a:pt x="0" y="7139732"/>
                </a:lnTo>
                <a:lnTo>
                  <a:pt x="0" y="1249853"/>
                </a:lnTo>
                <a:lnTo>
                  <a:pt x="0" y="1084479"/>
                </a:lnTo>
                <a:lnTo>
                  <a:pt x="0" y="0"/>
                </a:lnTo>
                <a:lnTo>
                  <a:pt x="35717" y="5488"/>
                </a:lnTo>
                <a:lnTo>
                  <a:pt x="140445" y="21641"/>
                </a:lnTo>
                <a:lnTo>
                  <a:pt x="216722" y="32932"/>
                </a:lnTo>
                <a:lnTo>
                  <a:pt x="307527" y="44850"/>
                </a:lnTo>
                <a:lnTo>
                  <a:pt x="415282" y="59121"/>
                </a:lnTo>
                <a:lnTo>
                  <a:pt x="534539" y="74175"/>
                </a:lnTo>
                <a:lnTo>
                  <a:pt x="668931" y="90014"/>
                </a:lnTo>
                <a:lnTo>
                  <a:pt x="815430" y="106794"/>
                </a:lnTo>
                <a:lnTo>
                  <a:pt x="974641" y="123574"/>
                </a:lnTo>
                <a:lnTo>
                  <a:pt x="1144144" y="140667"/>
                </a:lnTo>
                <a:lnTo>
                  <a:pt x="1326965" y="156506"/>
                </a:lnTo>
                <a:lnTo>
                  <a:pt x="1518261" y="171717"/>
                </a:lnTo>
                <a:lnTo>
                  <a:pt x="1720453" y="185518"/>
                </a:lnTo>
                <a:lnTo>
                  <a:pt x="1931121" y="198690"/>
                </a:lnTo>
                <a:lnTo>
                  <a:pt x="2150869" y="211079"/>
                </a:lnTo>
                <a:lnTo>
                  <a:pt x="2263467" y="215470"/>
                </a:lnTo>
                <a:lnTo>
                  <a:pt x="2378487" y="220332"/>
                </a:lnTo>
                <a:lnTo>
                  <a:pt x="2495323" y="224879"/>
                </a:lnTo>
                <a:lnTo>
                  <a:pt x="2612764" y="227859"/>
                </a:lnTo>
                <a:lnTo>
                  <a:pt x="2732627" y="230525"/>
                </a:lnTo>
                <a:lnTo>
                  <a:pt x="2853700" y="233348"/>
                </a:lnTo>
                <a:lnTo>
                  <a:pt x="2977195" y="235229"/>
                </a:lnTo>
                <a:lnTo>
                  <a:pt x="3101901" y="235229"/>
                </a:lnTo>
                <a:lnTo>
                  <a:pt x="3227817" y="236170"/>
                </a:lnTo>
                <a:lnTo>
                  <a:pt x="3354944" y="235229"/>
                </a:lnTo>
                <a:lnTo>
                  <a:pt x="3483887" y="233348"/>
                </a:lnTo>
                <a:lnTo>
                  <a:pt x="3612830" y="231623"/>
                </a:lnTo>
                <a:lnTo>
                  <a:pt x="3743590" y="227859"/>
                </a:lnTo>
                <a:lnTo>
                  <a:pt x="3875560" y="223938"/>
                </a:lnTo>
                <a:lnTo>
                  <a:pt x="4007530" y="219391"/>
                </a:lnTo>
                <a:lnTo>
                  <a:pt x="4140710" y="212961"/>
                </a:lnTo>
                <a:lnTo>
                  <a:pt x="4275102" y="205277"/>
                </a:lnTo>
                <a:lnTo>
                  <a:pt x="4410098" y="197907"/>
                </a:lnTo>
                <a:lnTo>
                  <a:pt x="4545096" y="188498"/>
                </a:lnTo>
                <a:lnTo>
                  <a:pt x="4681909" y="177207"/>
                </a:lnTo>
                <a:lnTo>
                  <a:pt x="4816905" y="165916"/>
                </a:lnTo>
                <a:lnTo>
                  <a:pt x="4954323" y="152899"/>
                </a:lnTo>
                <a:lnTo>
                  <a:pt x="5092347" y="138629"/>
                </a:lnTo>
                <a:lnTo>
                  <a:pt x="5228555" y="123574"/>
                </a:lnTo>
                <a:lnTo>
                  <a:pt x="5366578" y="106010"/>
                </a:lnTo>
                <a:lnTo>
                  <a:pt x="5503997" y="87192"/>
                </a:lnTo>
                <a:lnTo>
                  <a:pt x="5642020" y="68530"/>
                </a:lnTo>
                <a:lnTo>
                  <a:pt x="5779438" y="46733"/>
                </a:lnTo>
                <a:lnTo>
                  <a:pt x="5916251" y="24464"/>
                </a:lnTo>
                <a:close/>
              </a:path>
            </a:pathLst>
          </a:custGeom>
          <a:solidFill>
            <a:schemeClr val="lt1"/>
          </a:solidFill>
          <a:ln>
            <a:noFill/>
          </a:ln>
        </p:spPr>
        <p:txBody>
          <a:bodyPr/>
          <a:lstStyle/>
          <a:p>
            <a:endParaRPr lang="en-US"/>
          </a:p>
        </p:txBody>
      </p:sp>
      <p:sp>
        <p:nvSpPr>
          <p:cNvPr id="547" name="Google Shape;547;p53"/>
          <p:cNvSpPr/>
          <p:nvPr/>
        </p:nvSpPr>
        <p:spPr>
          <a:xfrm>
            <a:off x="0" y="1190"/>
            <a:ext cx="9143999" cy="5142309"/>
          </a:xfrm>
          <a:custGeom>
            <a:avLst/>
            <a:gdLst/>
            <a:ahLst/>
            <a:cxnLst/>
            <a:rect l="l" t="t" r="r" b="b"/>
            <a:pathLst>
              <a:path w="15356" h="8638" extrusionOk="0">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lt1"/>
          </a:solidFill>
          <a:ln>
            <a:noFill/>
          </a:ln>
        </p:spPr>
        <p:txBody>
          <a:bodyPr/>
          <a:lstStyle/>
          <a:p>
            <a:endParaRPr lang="en-US"/>
          </a:p>
        </p:txBody>
      </p:sp>
      <p:sp>
        <p:nvSpPr>
          <p:cNvPr id="548" name="Google Shape;548;p53"/>
          <p:cNvSpPr txBox="1">
            <a:spLocks noGrp="1"/>
          </p:cNvSpPr>
          <p:nvPr>
            <p:ph type="title"/>
          </p:nvPr>
        </p:nvSpPr>
        <p:spPr>
          <a:xfrm>
            <a:off x="745565" y="847952"/>
            <a:ext cx="2506800" cy="3447600"/>
          </a:xfrm>
          <a:prstGeom prst="rect">
            <a:avLst/>
          </a:prstGeom>
          <a:noFill/>
          <a:ln>
            <a:noFill/>
          </a:ln>
        </p:spPr>
        <p:txBody>
          <a:bodyPr spcFirstLastPara="1" wrap="square" lIns="68575" tIns="34275" rIns="68575" bIns="34275" anchor="ctr" anchorCtr="0">
            <a:normAutofit/>
          </a:bodyPr>
          <a:lstStyle/>
          <a:p>
            <a:pPr marL="0" lvl="0" indent="0" algn="l" rtl="0">
              <a:spcBef>
                <a:spcPts val="0"/>
              </a:spcBef>
              <a:spcAft>
                <a:spcPts val="0"/>
              </a:spcAft>
              <a:buClr>
                <a:srgbClr val="EBEBEB"/>
              </a:buClr>
              <a:buSzPts val="2400"/>
              <a:buFont typeface="Century Gothic"/>
              <a:buNone/>
            </a:pPr>
            <a:r>
              <a:rPr lang="en" sz="2400">
                <a:solidFill>
                  <a:srgbClr val="EBEBEB"/>
                </a:solidFill>
              </a:rPr>
              <a:t>Conclusion</a:t>
            </a:r>
            <a:endParaRPr/>
          </a:p>
        </p:txBody>
      </p:sp>
      <p:sp>
        <p:nvSpPr>
          <p:cNvPr id="549" name="Google Shape;549;p53"/>
          <p:cNvSpPr txBox="1">
            <a:spLocks noGrp="1"/>
          </p:cNvSpPr>
          <p:nvPr>
            <p:ph type="body" idx="1"/>
          </p:nvPr>
        </p:nvSpPr>
        <p:spPr>
          <a:xfrm>
            <a:off x="3967558" y="328135"/>
            <a:ext cx="4127100" cy="4465800"/>
          </a:xfrm>
          <a:prstGeom prst="rect">
            <a:avLst/>
          </a:prstGeom>
          <a:noFill/>
          <a:ln>
            <a:noFill/>
          </a:ln>
        </p:spPr>
        <p:txBody>
          <a:bodyPr spcFirstLastPara="1" wrap="square" lIns="68575" tIns="34275" rIns="68575" bIns="34275" anchor="ctr" anchorCtr="0">
            <a:normAutofit/>
          </a:bodyPr>
          <a:lstStyle/>
          <a:p>
            <a:pPr marL="0" lvl="0" indent="0" algn="l" rtl="0">
              <a:spcBef>
                <a:spcPts val="0"/>
              </a:spcBef>
              <a:spcAft>
                <a:spcPts val="0"/>
              </a:spcAft>
              <a:buSzPts val="1200"/>
              <a:buNone/>
            </a:pPr>
            <a:r>
              <a:rPr lang="en" sz="1500"/>
              <a:t>“To compete against great power adversaries, the Air Force must harness the power of this data revolution and develop the underlying structures to dominate a new and merging character of war.”</a:t>
            </a:r>
            <a:endParaRPr/>
          </a:p>
          <a:p>
            <a:pPr marL="0" lvl="0" indent="0" algn="l" rtl="0">
              <a:spcBef>
                <a:spcPts val="800"/>
              </a:spcBef>
              <a:spcAft>
                <a:spcPts val="0"/>
              </a:spcAft>
              <a:buSzPts val="1200"/>
              <a:buNone/>
            </a:pPr>
            <a:r>
              <a:rPr lang="en" sz="1500"/>
              <a:t>		–Matthew Donovan, SAF/US</a:t>
            </a:r>
            <a:endParaRPr/>
          </a:p>
          <a:p>
            <a:pPr marL="0" lvl="0" indent="0" algn="l" rtl="0">
              <a:spcBef>
                <a:spcPts val="800"/>
              </a:spcBef>
              <a:spcAft>
                <a:spcPts val="0"/>
              </a:spcAft>
              <a:buSzPts val="1200"/>
              <a:buNone/>
            </a:pPr>
            <a:endParaRPr sz="1500"/>
          </a:p>
          <a:p>
            <a:pPr marL="254000" lvl="0" indent="-254000" algn="l" rtl="0">
              <a:spcBef>
                <a:spcPts val="800"/>
              </a:spcBef>
              <a:spcAft>
                <a:spcPts val="0"/>
              </a:spcAft>
              <a:buSzPts val="1200"/>
              <a:buChar char="►"/>
            </a:pPr>
            <a:r>
              <a:rPr lang="en" sz="1500"/>
              <a:t>Effectively apply trained data analysts</a:t>
            </a:r>
            <a:endParaRPr/>
          </a:p>
          <a:p>
            <a:pPr marL="254000" lvl="0" indent="-254000" algn="l" rtl="0">
              <a:spcBef>
                <a:spcPts val="800"/>
              </a:spcBef>
              <a:spcAft>
                <a:spcPts val="0"/>
              </a:spcAft>
              <a:buSzPts val="1200"/>
              <a:buChar char="►"/>
            </a:pPr>
            <a:r>
              <a:rPr lang="en" sz="1500"/>
              <a:t>Develop a culture that values, understands, and cultivates data</a:t>
            </a:r>
            <a:endParaRPr/>
          </a:p>
          <a:p>
            <a:pPr marL="0" lvl="0" indent="0" algn="l" rtl="0">
              <a:spcBef>
                <a:spcPts val="800"/>
              </a:spcBef>
              <a:spcAft>
                <a:spcPts val="0"/>
              </a:spcAft>
              <a:buSzPts val="1200"/>
              <a:buNone/>
            </a:pPr>
            <a:endParaRPr sz="1500"/>
          </a:p>
        </p:txBody>
      </p:sp>
    </p:spTree>
  </p:cSld>
  <p:clrMapOvr>
    <a:masterClrMapping/>
  </p:clrMapOvr>
</p:sld>
</file>

<file path=ppt/theme/theme1.xml><?xml version="1.0" encoding="utf-8"?>
<a:theme xmlns:a="http://schemas.openxmlformats.org/drawingml/2006/main" name="Ion Boardroom">
  <a:themeElements>
    <a:clrScheme name="Ion Boardroom">
      <a:dk1>
        <a:srgbClr val="000000"/>
      </a:dk1>
      <a:lt1>
        <a:srgbClr val="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9CBC7576CF0524CBA25DC971C759B1A" ma:contentTypeVersion="11" ma:contentTypeDescription="Create a new document." ma:contentTypeScope="" ma:versionID="b75cfc0ac22d07dee6b548defd1e23da">
  <xsd:schema xmlns:xsd="http://www.w3.org/2001/XMLSchema" xmlns:xs="http://www.w3.org/2001/XMLSchema" xmlns:p="http://schemas.microsoft.com/office/2006/metadata/properties" xmlns:ns2="30d97937-01a3-4de3-90ca-5e7d330c9e3c" xmlns:ns3="9424389c-3462-41f7-a219-8f9753f44d22" targetNamespace="http://schemas.microsoft.com/office/2006/metadata/properties" ma:root="true" ma:fieldsID="4085e53bb4211184587dea94a899aee8" ns2:_="" ns3:_="">
    <xsd:import namespace="30d97937-01a3-4de3-90ca-5e7d330c9e3c"/>
    <xsd:import namespace="9424389c-3462-41f7-a219-8f9753f44d2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0d97937-01a3-4de3-90ca-5e7d330c9e3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5476efd-2625-4ffb-b020-68dbe4abf389"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24389c-3462-41f7-a219-8f9753f44d22"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c38c3e5a-36d3-4f86-9e6d-3f95ef1e8ab6}" ma:internalName="TaxCatchAll" ma:showField="CatchAllData" ma:web="9424389c-3462-41f7-a219-8f9753f44d2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0d97937-01a3-4de3-90ca-5e7d330c9e3c">
      <Terms xmlns="http://schemas.microsoft.com/office/infopath/2007/PartnerControls"/>
    </lcf76f155ced4ddcb4097134ff3c332f>
    <TaxCatchAll xmlns="9424389c-3462-41f7-a219-8f9753f44d22" xsi:nil="true"/>
  </documentManagement>
</p:properties>
</file>

<file path=customXml/itemProps1.xml><?xml version="1.0" encoding="utf-8"?>
<ds:datastoreItem xmlns:ds="http://schemas.openxmlformats.org/officeDocument/2006/customXml" ds:itemID="{F5396322-BCBF-4043-A17B-27E73C693B69}">
  <ds:schemaRefs>
    <ds:schemaRef ds:uri="http://schemas.microsoft.com/sharepoint/v3/contenttype/forms"/>
  </ds:schemaRefs>
</ds:datastoreItem>
</file>

<file path=customXml/itemProps2.xml><?xml version="1.0" encoding="utf-8"?>
<ds:datastoreItem xmlns:ds="http://schemas.openxmlformats.org/officeDocument/2006/customXml" ds:itemID="{6B14A9A6-AA88-424A-B2CD-21B3F0059C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0d97937-01a3-4de3-90ca-5e7d330c9e3c"/>
    <ds:schemaRef ds:uri="9424389c-3462-41f7-a219-8f9753f44d2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2D58EB6-A140-4116-8457-A63505984F94}">
  <ds:schemaRefs>
    <ds:schemaRef ds:uri="62ca2de7-8b03-464c-b7fe-98190a50e71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30d97937-01a3-4de3-90ca-5e7d330c9e3c"/>
    <ds:schemaRef ds:uri="9424389c-3462-41f7-a219-8f9753f44d22"/>
  </ds:schemaRefs>
</ds:datastoreItem>
</file>

<file path=docProps/app.xml><?xml version="1.0" encoding="utf-8"?>
<Properties xmlns="http://schemas.openxmlformats.org/officeDocument/2006/extended-properties" xmlns:vt="http://schemas.openxmlformats.org/officeDocument/2006/docPropsVTypes">
  <TotalTime>43</TotalTime>
  <Words>1624</Words>
  <Application>Microsoft Office PowerPoint</Application>
  <PresentationFormat>On-screen Show (16:9)</PresentationFormat>
  <Paragraphs>241</Paragraphs>
  <Slides>32</Slides>
  <Notes>30</Notes>
  <HiddenSlides>3</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Consolas</vt:lpstr>
      <vt:lpstr>Arial</vt:lpstr>
      <vt:lpstr>Libre Franklin Medium</vt:lpstr>
      <vt:lpstr>Century Gothic</vt:lpstr>
      <vt:lpstr>Inter</vt:lpstr>
      <vt:lpstr>Hanken Grotesk</vt:lpstr>
      <vt:lpstr>Noto Sans Symbols</vt:lpstr>
      <vt:lpstr>Hanken Grotesk SemiBold</vt:lpstr>
      <vt:lpstr>Ion Boardroom</vt:lpstr>
      <vt:lpstr>Data Profession Basics and Data Science</vt:lpstr>
      <vt:lpstr>What is the Data Profession?</vt:lpstr>
      <vt:lpstr>Data Profession</vt:lpstr>
      <vt:lpstr>Data Profession Fields</vt:lpstr>
      <vt:lpstr>Mission Need</vt:lpstr>
      <vt:lpstr>From Vision to Action: Data &amp; AI Today</vt:lpstr>
      <vt:lpstr>Data Analyst</vt:lpstr>
      <vt:lpstr>PowerPoint Presentation</vt:lpstr>
      <vt:lpstr>Data Engineer</vt:lpstr>
      <vt:lpstr>PowerPoint Presentation</vt:lpstr>
      <vt:lpstr>Data Scientist</vt:lpstr>
      <vt:lpstr>PowerPoint Presentation</vt:lpstr>
      <vt:lpstr>History of Data Science</vt:lpstr>
      <vt:lpstr>Applications of Data Science</vt:lpstr>
      <vt:lpstr>Data Science Process</vt:lpstr>
      <vt:lpstr>1. Business Understanding</vt:lpstr>
      <vt:lpstr>2. Data Preparation</vt:lpstr>
      <vt:lpstr>3. Exploratory Data Analysis (EDA)</vt:lpstr>
      <vt:lpstr>4. Data Modeling</vt:lpstr>
      <vt:lpstr>5. Model Evaluation</vt:lpstr>
      <vt:lpstr>6. Model Deployment (MLOps)</vt:lpstr>
      <vt:lpstr>PowerPoint Presentation</vt:lpstr>
      <vt:lpstr>Data Science Tools</vt:lpstr>
      <vt:lpstr>What is Python?</vt:lpstr>
      <vt:lpstr>Python</vt:lpstr>
      <vt:lpstr>Benefits of Python</vt:lpstr>
      <vt:lpstr>Jupyter Notebooks</vt:lpstr>
      <vt:lpstr>How Python Sees Data</vt:lpstr>
      <vt:lpstr>Questions?</vt:lpstr>
      <vt:lpstr>Doing vs. Applying</vt:lpstr>
      <vt:lpstr>Air Force Wide Data Literacy</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Profession Basics and Data Science</dc:title>
  <cp:lastModifiedBy>Kevin Pamilagas</cp:lastModifiedBy>
  <cp:revision>1</cp:revision>
  <dcterms:modified xsi:type="dcterms:W3CDTF">2026-05-29T17:16:34Z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0x010100A9CBC7576CF0524CBA25DC971C759B1A</vt:lpwstr>
  </property>
</Properties>
</file>